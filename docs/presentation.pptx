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jpg" ContentType="image/jp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media/image5.jpg" ContentType="image/jpeg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18"/>
  </p:notesMasterIdLst>
  <p:handoutMasterIdLst>
    <p:handoutMasterId r:id="rId19"/>
  </p:handoutMasterIdLst>
  <p:sldIdLst>
    <p:sldId id="497" r:id="rId5"/>
    <p:sldId id="498" r:id="rId6"/>
    <p:sldId id="499" r:id="rId7"/>
    <p:sldId id="500" r:id="rId8"/>
    <p:sldId id="501" r:id="rId9"/>
    <p:sldId id="502" r:id="rId10"/>
    <p:sldId id="503" r:id="rId11"/>
    <p:sldId id="504" r:id="rId12"/>
    <p:sldId id="505" r:id="rId13"/>
    <p:sldId id="506" r:id="rId14"/>
    <p:sldId id="509" r:id="rId15"/>
    <p:sldId id="507" r:id="rId16"/>
    <p:sldId id="508" r:id="rId17"/>
  </p:sldIdLst>
  <p:sldSz cx="12192000" cy="6858000"/>
  <p:notesSz cx="6797675" cy="9928225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25" userDrawn="1">
          <p15:clr>
            <a:srgbClr val="A4A3A4"/>
          </p15:clr>
        </p15:guide>
        <p15:guide id="2" orient="horz" pos="2160">
          <p15:clr>
            <a:srgbClr val="A4A3A4"/>
          </p15:clr>
        </p15:guide>
        <p15:guide id="3" orient="horz" pos="2260" userDrawn="1">
          <p15:clr>
            <a:srgbClr val="A4A3A4"/>
          </p15:clr>
        </p15:guide>
        <p15:guide id="4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CD5F1"/>
    <a:srgbClr val="B3DCEC"/>
    <a:srgbClr val="8199CD"/>
    <a:srgbClr val="66CEF6"/>
    <a:srgbClr val="CCFFCC"/>
    <a:srgbClr val="0058A6"/>
    <a:srgbClr val="DEEBF7"/>
    <a:srgbClr val="EDF2F9"/>
    <a:srgbClr val="EAEAEA"/>
    <a:srgbClr val="FFF2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B4B98B0-60AC-42C2-AFA5-B58CD77FA1E5}" styleName="Светлый стиль 1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46F890A9-2807-4EBB-B81D-B2AA78EC7F39}" styleName="Темный стиль 2 — акцент 5/акцент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0660B408-B3CF-4A94-85FC-2B1E0A45F4A2}" styleName="Темный стиль 2 — акцент 1/акцент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C083E6E3-FA7D-4D7B-A595-EF9225AFEA82}" styleName="Светлый стиль 1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21E4AEA4-8DFA-4A89-87EB-49C32662AFE0}" styleName="Средний стиль 2 — акцент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Средний стиль 1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D7AC3CCA-C797-4891-BE02-D94E43425B78}" styleName="Средний стиль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BC89EF96-8CEA-46FF-86C4-4CE0E7609802}" styleName="Светлый стиль 3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Светлый стиль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CF1AB2-1976-4502-BF36-3FF5EA218861}" styleName="Средний стиль 4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C4B1156A-380E-4F78-BDF5-A606A8083BF9}" styleName="Средний стиль 4 — акцент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263" autoAdjust="0"/>
    <p:restoredTop sz="96559" autoAdjust="0"/>
  </p:normalViewPr>
  <p:slideViewPr>
    <p:cSldViewPr snapToGrid="0">
      <p:cViewPr varScale="1">
        <p:scale>
          <a:sx n="112" d="100"/>
          <a:sy n="112" d="100"/>
        </p:scale>
        <p:origin x="942" y="96"/>
      </p:cViewPr>
      <p:guideLst>
        <p:guide pos="325"/>
        <p:guide orient="horz" pos="2160"/>
        <p:guide orient="horz" pos="22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996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15AEFF5-7E52-B347-AFBA-AE131B93A08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2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79836A3-33A2-414A-8005-34480C2067C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49688" y="2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785B9AD-7031-3247-9A50-691D8CDE8A09}" type="datetimeFigureOut">
              <a:rPr lang="ru-RU" smtClean="0"/>
              <a:t>08.10.2026</a:t>
            </a:fld>
            <a:endParaRPr lang="ru-RU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A7E38-4D9B-F845-B3F7-87155EBB48B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29752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04B661-210D-A54B-863F-04CDEB85E40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49688" y="9429752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59500FC-2849-A44D-8903-035668FAC379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8167568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Notes Placeholder 7">
            <a:extLst>
              <a:ext uri="{FF2B5EF4-FFF2-40B4-BE49-F238E27FC236}">
                <a16:creationId xmlns:a16="http://schemas.microsoft.com/office/drawing/2014/main" id="{B20993E1-4BC1-7A40-AC80-396B11C38D6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79450" y="4778377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4"/>
            <a:r>
              <a:rPr lang="en-US" dirty="0"/>
              <a:t>Fifth level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822067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000" b="0" i="0" kern="1200">
        <a:solidFill>
          <a:schemeClr val="tx1"/>
        </a:solidFill>
        <a:latin typeface="Century Gothic" panose="020B0502020202020204" pitchFamily="34" charset="0"/>
        <a:ea typeface="+mn-ea"/>
        <a:cs typeface="+mn-cs"/>
      </a:defRPr>
    </a:lvl1pPr>
    <a:lvl2pPr marL="457200" algn="l" defTabSz="914400" rtl="0" eaLnBrk="1" latinLnBrk="0" hangingPunct="1">
      <a:defRPr sz="1000" b="0" i="0" kern="1200">
        <a:solidFill>
          <a:schemeClr val="tx1"/>
        </a:solidFill>
        <a:latin typeface="Century Gothic" panose="020B0502020202020204" pitchFamily="34" charset="0"/>
        <a:ea typeface="+mn-ea"/>
        <a:cs typeface="+mn-cs"/>
      </a:defRPr>
    </a:lvl2pPr>
    <a:lvl3pPr marL="914400" algn="l" defTabSz="914400" rtl="0" eaLnBrk="1" latinLnBrk="0" hangingPunct="1">
      <a:defRPr sz="1000" b="0" i="0" kern="1200">
        <a:solidFill>
          <a:schemeClr val="tx1"/>
        </a:solidFill>
        <a:latin typeface="Century Gothic" panose="020B0502020202020204" pitchFamily="34" charset="0"/>
        <a:ea typeface="+mn-ea"/>
        <a:cs typeface="+mn-cs"/>
      </a:defRPr>
    </a:lvl3pPr>
    <a:lvl4pPr marL="1371600" algn="l" defTabSz="914400" rtl="0" eaLnBrk="1" latinLnBrk="0" hangingPunct="1">
      <a:defRPr sz="1000" b="0" i="0" kern="1200">
        <a:solidFill>
          <a:schemeClr val="tx1"/>
        </a:solidFill>
        <a:latin typeface="Century Gothic" panose="020B0502020202020204" pitchFamily="34" charset="0"/>
        <a:ea typeface="+mn-ea"/>
        <a:cs typeface="+mn-cs"/>
      </a:defRPr>
    </a:lvl4pPr>
    <a:lvl5pPr marL="0" algn="l" defTabSz="914400" rtl="0" eaLnBrk="1" latinLnBrk="0" hangingPunct="1">
      <a:spcBef>
        <a:spcPts val="600"/>
      </a:spcBef>
      <a:defRPr sz="1000" b="0" i="0" kern="1200">
        <a:solidFill>
          <a:schemeClr val="tx1"/>
        </a:solidFill>
        <a:latin typeface="Century Gothic" panose="020B0502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Здравствуйте. Меня зовут Сергей Даниленко. Тема моего дипломного проекта — ИИ-ассистент технической поддержки для службы УИТ компании АО «УК «БМЗ». Это RAG-агент с инструментами, работающий полностью on-premise: языковая модель, 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эмбеддинги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 и векторная база не покидают контур предприятия.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149435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Пользователи системы — сотрудники компании, которым нужен быстрый ответ по работе с корпоративными системами: как открыть документ в 1С:ERP, как подключиться к 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Wi-Fi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, как подать заявку на доступ к ИТ-ресурсам. Система отвечает по корпоративной базе знаний. Если в базе ответа нет — ассистент предлагает эскалировать вопрос в 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HelpDesk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 и отправляет заявку только после подтверждения пользователя.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792191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Почему обычный поиск не справляется? Сотрудник пишет «как получить доступ к 1С?», а нужная информация лежит в документе с названием «Инструкция по оформлению заявки к ИТ-ресурсам». Ключевой поиск их не свяжет. FAQ тоже не отвечает на составные вопросы. RAG решает это: 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эмбеддинги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 понимают смысл, а языковая модель генерирует ответ с указанием конкретных источников.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138417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База знаний — 71 документ из корпоративного хранилища. Это инструкции по работе с 1С:ERP, 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Wi-Fi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, ЭНТ, КСЭД. Общий объём — больше 640 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чанков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 после нарезки. Эти документы выбраны потому, что они реально используются первой линией УИТ в ежедневной работе.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181804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Архитектура такая. Пользователь пишет в Telegram-бот или в API. Запрос приходит в FastAPI-сервис. Там LangGraph-агент решает, что делать: сначала он всегда ищет в RAG-базе — LlamaIndex превращает запрос в 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эмбеддинг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 через BGE-M3, ищет похожие 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чанки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 в Qdrant, передаёт их локальной модели в 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Ollama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 и получает ответ с цитатами. История чатов и 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чекпоинты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 агента — в Postgres, 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кеш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 и 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rate-limit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 — в 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Redis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. Трейсинг — в Phoenix.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891023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Выбор модели принципиально важный. Мы используем </a:t>
            </a:r>
            <a:r>
              <a:rPr lang="ru-RU" dirty="0" smtClean="0"/>
              <a:t>qwen3.5-instruct:4b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 — 4-миллиардную модель через 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Ollama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. Почему именно её? Во-первых, корпоративные данные не покидают контур — это требование заказчика. Во-вторых, модель занимает всего 3 гигабайта VRAM, влезает в RTX 5070 и оставляет запас на 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эмбеддинги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 и другие задачи. Минус — 4B слабее, чем GPT-4o-mini: на сложных многошаговых запросах возможны ошибки. Это компромисс, который мы зафиксировали как ограничение.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143722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Хранение — Qdrant, 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эмбеддинги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 — BGE-M3. Это 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мультиязычная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 модель, одинаково хорошо работает с русским и английским. Документы режем на 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чанки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 по 512 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токенов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 с перекрытием 64 — это оптимальный размер для технических инструкций, он не рвёт смысл. Порог релевантности — 0.62, подобран экспериментально: ниже — модель галлюцинирует, выше — не находит реальные ответы.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794694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Агентный слой — один 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ReAct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-агент на LangGraph с двумя инструментами. Первый — поиск по базе знаний, безопасный. Второй — отправка email, опасное действие, оно требует подтверждения. Это ключевая особенность: когда агент решает отправить письмо, граф останавливается. Пользователь видит форму с черновиком и кнопки «Отправить» и «Отмена». Реальная отправка происходит только после подтверждения. Всё состояние сохраняется в Postgres — если сервис перезапустится, диалог не потеряется.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397702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Поведение при сбоях проектировалось отдельно. Если RAG не находит релевантный ответ — код-гард отдаёт отказ, не вызывая LLM. Это быстрее и дешевле. Если модель недоступна — 503 с 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retry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. Если 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Redis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 упал — система работает без 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кеша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, просто медленнее. Трейсинг обёрнут в 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try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/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except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 — его сбой не роняет приложение. Это принцип 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graceful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 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degradation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.</a:t>
            </a:r>
            <a:r>
              <a:rPr lang="ru-RU" dirty="0" smtClean="0"/>
              <a:t/>
            </a:r>
            <a:br>
              <a:rPr lang="ru-RU" dirty="0" smtClean="0"/>
            </a:b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8707198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Качество оценено через RAGAS на 15 эталонных вопросах. 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Faithfulness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 0.93 — модель отвечает по контексту, почти без галлюцинаций. 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Context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 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Precision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 0.91 и 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Recall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 0.93 — поиск точный и полный. Все 15 ответов содержат цитаты. Factual Correctness 0.58 — это ограничение 4B-модели, план развития — переход на 7B. Плюс 152 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автотеста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 и Phoenix-трейсинг, где виден каждый шаг агента.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048762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Честно про ограничения: 4B-модель — компромисс между требованиями on-premise и качеством. Factual Correctness 0.59 — можно улучшить переходом на 7B, для этого нужен GPU побольше. Некоторые многошаговые сценарии, например пересылка ответа на произвольный адрес, работают нестабильно — это зафиксировано в документации. В планах — интеграция с 1С:ERP напрямую через REST и гибридный поиск.</a:t>
            </a:r>
            <a:r>
              <a:rPr lang="ru-RU" dirty="0" smtClean="0"/>
              <a:t/>
            </a:r>
            <a:br>
              <a:rPr lang="ru-RU" dirty="0" smtClean="0"/>
            </a:b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69925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.xml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ver6_neut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159DD81-94B5-BA43-BB64-4AF8711374C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739" b="4932"/>
          <a:stretch/>
        </p:blipFill>
        <p:spPr>
          <a:xfrm>
            <a:off x="-1" y="0"/>
            <a:ext cx="11779469" cy="6858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BCE40F94-E22A-1444-980E-E386E382E8D8}"/>
              </a:ext>
            </a:extLst>
          </p:cNvPr>
          <p:cNvSpPr/>
          <p:nvPr userDrawn="1"/>
        </p:nvSpPr>
        <p:spPr>
          <a:xfrm>
            <a:off x="144855" y="-2"/>
            <a:ext cx="11441261" cy="6858002"/>
          </a:xfrm>
          <a:prstGeom prst="rect">
            <a:avLst/>
          </a:prstGeom>
          <a:solidFill>
            <a:schemeClr val="tx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Blue_shape">
            <a:extLst>
              <a:ext uri="{FF2B5EF4-FFF2-40B4-BE49-F238E27FC236}">
                <a16:creationId xmlns:a16="http://schemas.microsoft.com/office/drawing/2014/main" id="{78E46D85-3389-5640-8151-53FDAF354E95}"/>
              </a:ext>
            </a:extLst>
          </p:cNvPr>
          <p:cNvSpPr/>
          <p:nvPr userDrawn="1"/>
        </p:nvSpPr>
        <p:spPr>
          <a:xfrm>
            <a:off x="0" y="0"/>
            <a:ext cx="144855" cy="6858000"/>
          </a:xfrm>
          <a:prstGeom prst="rect">
            <a:avLst/>
          </a:prstGeom>
          <a:solidFill>
            <a:srgbClr val="66CEF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Core_headline">
            <a:extLst>
              <a:ext uri="{FF2B5EF4-FFF2-40B4-BE49-F238E27FC236}">
                <a16:creationId xmlns:a16="http://schemas.microsoft.com/office/drawing/2014/main" id="{D78F5E9C-4193-AE4B-963C-A6B39CAA55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2055" y="619083"/>
            <a:ext cx="7805286" cy="722530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spcBef>
                <a:spcPct val="0"/>
              </a:spcBef>
              <a:buNone/>
              <a:defRPr lang="ru-RU" sz="2400" kern="1200" baseline="0" dirty="0">
                <a:solidFill>
                  <a:schemeClr val="bg1"/>
                </a:solidFill>
                <a:latin typeface="Century Gothic" charset="0"/>
                <a:ea typeface="+mj-ea"/>
                <a:cs typeface="+mj-cs"/>
              </a:defRPr>
            </a:lvl1pPr>
          </a:lstStyle>
          <a:p>
            <a:r>
              <a:rPr lang="ru-RU" dirty="0" smtClean="0"/>
              <a:t>ОСНОВЫ И ИСТОРИЯ ВОЗНИКНОВЕНИЯ БЕРЕЖЛИВОГО ПРОИЗВОДСТВА</a:t>
            </a:r>
            <a:endParaRPr lang="ru-RU" dirty="0"/>
          </a:p>
        </p:txBody>
      </p:sp>
      <p:pic>
        <p:nvPicPr>
          <p:cNvPr id="7" name="Colontitul">
            <a:extLst>
              <a:ext uri="{FF2B5EF4-FFF2-40B4-BE49-F238E27FC236}">
                <a16:creationId xmlns:a16="http://schemas.microsoft.com/office/drawing/2014/main" id="{EEACF66A-8C4B-0041-8759-D9C5A30D830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24094" y="0"/>
            <a:ext cx="962025" cy="6858000"/>
          </a:xfrm>
          <a:prstGeom prst="rect">
            <a:avLst/>
          </a:prstGeom>
        </p:spPr>
      </p:pic>
      <p:sp>
        <p:nvSpPr>
          <p:cNvPr id="10" name="Rectangle 22">
            <a:extLst>
              <a:ext uri="{FF2B5EF4-FFF2-40B4-BE49-F238E27FC236}">
                <a16:creationId xmlns:a16="http://schemas.microsoft.com/office/drawing/2014/main" id="{F778272A-3166-E94C-BFDB-83D07288E71A}"/>
              </a:ext>
            </a:extLst>
          </p:cNvPr>
          <p:cNvSpPr/>
          <p:nvPr userDrawn="1"/>
        </p:nvSpPr>
        <p:spPr>
          <a:xfrm>
            <a:off x="-1223129" y="0"/>
            <a:ext cx="429313" cy="472615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E6BAB9"/>
              </a:solidFill>
            </a:endParaRPr>
          </a:p>
        </p:txBody>
      </p:sp>
      <p:sp>
        <p:nvSpPr>
          <p:cNvPr id="11" name="Rectangle 23">
            <a:extLst>
              <a:ext uri="{FF2B5EF4-FFF2-40B4-BE49-F238E27FC236}">
                <a16:creationId xmlns:a16="http://schemas.microsoft.com/office/drawing/2014/main" id="{54B5A7AA-0B8B-F049-AB60-B3F8431C3436}"/>
              </a:ext>
            </a:extLst>
          </p:cNvPr>
          <p:cNvSpPr/>
          <p:nvPr userDrawn="1"/>
        </p:nvSpPr>
        <p:spPr>
          <a:xfrm>
            <a:off x="-1223129" y="527900"/>
            <a:ext cx="429313" cy="472615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2" name="Rectangle 24">
            <a:extLst>
              <a:ext uri="{FF2B5EF4-FFF2-40B4-BE49-F238E27FC236}">
                <a16:creationId xmlns:a16="http://schemas.microsoft.com/office/drawing/2014/main" id="{8B3F2759-0656-3946-A401-E9562D169BC9}"/>
              </a:ext>
            </a:extLst>
          </p:cNvPr>
          <p:cNvSpPr/>
          <p:nvPr userDrawn="1"/>
        </p:nvSpPr>
        <p:spPr>
          <a:xfrm>
            <a:off x="-1223129" y="1046881"/>
            <a:ext cx="429313" cy="472615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Rectangle 25">
            <a:extLst>
              <a:ext uri="{FF2B5EF4-FFF2-40B4-BE49-F238E27FC236}">
                <a16:creationId xmlns:a16="http://schemas.microsoft.com/office/drawing/2014/main" id="{C6F0B3AD-C081-5A4A-B544-3FE7B38811DF}"/>
              </a:ext>
            </a:extLst>
          </p:cNvPr>
          <p:cNvSpPr/>
          <p:nvPr userDrawn="1"/>
        </p:nvSpPr>
        <p:spPr>
          <a:xfrm>
            <a:off x="-695669" y="-16402"/>
            <a:ext cx="429313" cy="47261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Rectangle 26">
            <a:extLst>
              <a:ext uri="{FF2B5EF4-FFF2-40B4-BE49-F238E27FC236}">
                <a16:creationId xmlns:a16="http://schemas.microsoft.com/office/drawing/2014/main" id="{A1F7F256-D70D-6140-93D0-FD1BFB16F86A}"/>
              </a:ext>
            </a:extLst>
          </p:cNvPr>
          <p:cNvSpPr/>
          <p:nvPr userDrawn="1"/>
        </p:nvSpPr>
        <p:spPr>
          <a:xfrm>
            <a:off x="-695669" y="520926"/>
            <a:ext cx="429313" cy="47261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Rectangle 27">
            <a:extLst>
              <a:ext uri="{FF2B5EF4-FFF2-40B4-BE49-F238E27FC236}">
                <a16:creationId xmlns:a16="http://schemas.microsoft.com/office/drawing/2014/main" id="{DBC79A27-E8A7-8B4B-9C19-74D369FC9D95}"/>
              </a:ext>
            </a:extLst>
          </p:cNvPr>
          <p:cNvSpPr/>
          <p:nvPr userDrawn="1"/>
        </p:nvSpPr>
        <p:spPr>
          <a:xfrm>
            <a:off x="-695669" y="1058254"/>
            <a:ext cx="429313" cy="47261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Rectangle 35">
            <a:extLst>
              <a:ext uri="{FF2B5EF4-FFF2-40B4-BE49-F238E27FC236}">
                <a16:creationId xmlns:a16="http://schemas.microsoft.com/office/drawing/2014/main" id="{31C09DD8-3C50-3A4F-84D9-C80C4EEEDD02}"/>
              </a:ext>
            </a:extLst>
          </p:cNvPr>
          <p:cNvSpPr/>
          <p:nvPr userDrawn="1"/>
        </p:nvSpPr>
        <p:spPr>
          <a:xfrm>
            <a:off x="-1223129" y="1618862"/>
            <a:ext cx="429313" cy="1410944"/>
          </a:xfrm>
          <a:prstGeom prst="rect">
            <a:avLst/>
          </a:prstGeom>
          <a:solidFill>
            <a:srgbClr val="66CEF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Rectangle 36">
            <a:extLst>
              <a:ext uri="{FF2B5EF4-FFF2-40B4-BE49-F238E27FC236}">
                <a16:creationId xmlns:a16="http://schemas.microsoft.com/office/drawing/2014/main" id="{A8D81C01-D2DA-BA48-A156-2F40C13203E6}"/>
              </a:ext>
            </a:extLst>
          </p:cNvPr>
          <p:cNvSpPr/>
          <p:nvPr userDrawn="1"/>
        </p:nvSpPr>
        <p:spPr>
          <a:xfrm>
            <a:off x="-1232654" y="3105991"/>
            <a:ext cx="429313" cy="1372056"/>
          </a:xfrm>
          <a:prstGeom prst="rect">
            <a:avLst/>
          </a:prstGeom>
          <a:solidFill>
            <a:srgbClr val="0058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Rectangle 41">
            <a:extLst>
              <a:ext uri="{FF2B5EF4-FFF2-40B4-BE49-F238E27FC236}">
                <a16:creationId xmlns:a16="http://schemas.microsoft.com/office/drawing/2014/main" id="{74904346-2C0C-9E41-B4BE-953E281C90BF}"/>
              </a:ext>
            </a:extLst>
          </p:cNvPr>
          <p:cNvSpPr/>
          <p:nvPr userDrawn="1"/>
        </p:nvSpPr>
        <p:spPr>
          <a:xfrm>
            <a:off x="-680456" y="2613312"/>
            <a:ext cx="433494" cy="406562"/>
          </a:xfrm>
          <a:prstGeom prst="rect">
            <a:avLst/>
          </a:prstGeom>
          <a:solidFill>
            <a:srgbClr val="66CEF6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Rectangle 48">
            <a:extLst>
              <a:ext uri="{FF2B5EF4-FFF2-40B4-BE49-F238E27FC236}">
                <a16:creationId xmlns:a16="http://schemas.microsoft.com/office/drawing/2014/main" id="{AC7B0741-F546-0F42-99AB-75D2DC44F07C}"/>
              </a:ext>
            </a:extLst>
          </p:cNvPr>
          <p:cNvSpPr/>
          <p:nvPr userDrawn="1"/>
        </p:nvSpPr>
        <p:spPr>
          <a:xfrm>
            <a:off x="-680456" y="1618862"/>
            <a:ext cx="433494" cy="406562"/>
          </a:xfrm>
          <a:prstGeom prst="rect">
            <a:avLst/>
          </a:prstGeom>
          <a:solidFill>
            <a:srgbClr val="66CEF6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0" name="Rectangle 49">
            <a:extLst>
              <a:ext uri="{FF2B5EF4-FFF2-40B4-BE49-F238E27FC236}">
                <a16:creationId xmlns:a16="http://schemas.microsoft.com/office/drawing/2014/main" id="{E3D93425-2BCF-7B4D-9762-264D7756812B}"/>
              </a:ext>
            </a:extLst>
          </p:cNvPr>
          <p:cNvSpPr/>
          <p:nvPr userDrawn="1"/>
        </p:nvSpPr>
        <p:spPr>
          <a:xfrm>
            <a:off x="-680456" y="2101609"/>
            <a:ext cx="433494" cy="434683"/>
          </a:xfrm>
          <a:prstGeom prst="rect">
            <a:avLst/>
          </a:prstGeom>
          <a:solidFill>
            <a:srgbClr val="66CEF6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1" name="Rectangle 50">
            <a:extLst>
              <a:ext uri="{FF2B5EF4-FFF2-40B4-BE49-F238E27FC236}">
                <a16:creationId xmlns:a16="http://schemas.microsoft.com/office/drawing/2014/main" id="{9F4B16F5-5E56-DD4B-AB9F-3ACE19E116C8}"/>
              </a:ext>
            </a:extLst>
          </p:cNvPr>
          <p:cNvSpPr/>
          <p:nvPr userDrawn="1"/>
        </p:nvSpPr>
        <p:spPr>
          <a:xfrm>
            <a:off x="-683472" y="4071485"/>
            <a:ext cx="433494" cy="406562"/>
          </a:xfrm>
          <a:prstGeom prst="rect">
            <a:avLst/>
          </a:prstGeom>
          <a:solidFill>
            <a:srgbClr val="0058A6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2" name="Rectangle 51">
            <a:extLst>
              <a:ext uri="{FF2B5EF4-FFF2-40B4-BE49-F238E27FC236}">
                <a16:creationId xmlns:a16="http://schemas.microsoft.com/office/drawing/2014/main" id="{05C90F67-9FE0-6D45-917E-B5D7B29BBE11}"/>
              </a:ext>
            </a:extLst>
          </p:cNvPr>
          <p:cNvSpPr/>
          <p:nvPr userDrawn="1"/>
        </p:nvSpPr>
        <p:spPr>
          <a:xfrm>
            <a:off x="-683472" y="3105991"/>
            <a:ext cx="433494" cy="406562"/>
          </a:xfrm>
          <a:prstGeom prst="rect">
            <a:avLst/>
          </a:prstGeom>
          <a:solidFill>
            <a:srgbClr val="0058A6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3" name="Rectangle 52">
            <a:extLst>
              <a:ext uri="{FF2B5EF4-FFF2-40B4-BE49-F238E27FC236}">
                <a16:creationId xmlns:a16="http://schemas.microsoft.com/office/drawing/2014/main" id="{8BB8D423-1CA3-D541-83F6-532A0434C8D2}"/>
              </a:ext>
            </a:extLst>
          </p:cNvPr>
          <p:cNvSpPr/>
          <p:nvPr userDrawn="1"/>
        </p:nvSpPr>
        <p:spPr>
          <a:xfrm>
            <a:off x="-683472" y="3588738"/>
            <a:ext cx="433494" cy="406562"/>
          </a:xfrm>
          <a:prstGeom prst="rect">
            <a:avLst/>
          </a:prstGeom>
          <a:solidFill>
            <a:srgbClr val="0058A6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5" name="Rectangle 38">
            <a:extLst>
              <a:ext uri="{FF2B5EF4-FFF2-40B4-BE49-F238E27FC236}">
                <a16:creationId xmlns:a16="http://schemas.microsoft.com/office/drawing/2014/main" id="{7A80B5B9-591C-C548-9735-58F9EBADAA90}"/>
              </a:ext>
            </a:extLst>
          </p:cNvPr>
          <p:cNvSpPr/>
          <p:nvPr userDrawn="1"/>
        </p:nvSpPr>
        <p:spPr>
          <a:xfrm>
            <a:off x="-1223128" y="5387054"/>
            <a:ext cx="971284" cy="317598"/>
          </a:xfrm>
          <a:prstGeom prst="rect">
            <a:avLst/>
          </a:prstGeom>
          <a:solidFill>
            <a:srgbClr val="2095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6" name="Rectangle 39">
            <a:extLst>
              <a:ext uri="{FF2B5EF4-FFF2-40B4-BE49-F238E27FC236}">
                <a16:creationId xmlns:a16="http://schemas.microsoft.com/office/drawing/2014/main" id="{EF64E4A9-322E-3F44-83D7-5898DDCF4843}"/>
              </a:ext>
            </a:extLst>
          </p:cNvPr>
          <p:cNvSpPr/>
          <p:nvPr userDrawn="1"/>
        </p:nvSpPr>
        <p:spPr>
          <a:xfrm>
            <a:off x="-1218245" y="4564164"/>
            <a:ext cx="971284" cy="317598"/>
          </a:xfrm>
          <a:prstGeom prst="rect">
            <a:avLst/>
          </a:prstGeom>
          <a:solidFill>
            <a:srgbClr val="DBE0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7" name="Rectangle 40">
            <a:extLst>
              <a:ext uri="{FF2B5EF4-FFF2-40B4-BE49-F238E27FC236}">
                <a16:creationId xmlns:a16="http://schemas.microsoft.com/office/drawing/2014/main" id="{527C88CA-FD9D-DE4A-8B91-9C9A96B1C178}"/>
              </a:ext>
            </a:extLst>
          </p:cNvPr>
          <p:cNvSpPr/>
          <p:nvPr userDrawn="1"/>
        </p:nvSpPr>
        <p:spPr>
          <a:xfrm>
            <a:off x="-1223128" y="4968706"/>
            <a:ext cx="971284" cy="339565"/>
          </a:xfrm>
          <a:prstGeom prst="rect">
            <a:avLst/>
          </a:prstGeom>
          <a:solidFill>
            <a:srgbClr val="9326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8" name="Rectangle 42">
            <a:extLst>
              <a:ext uri="{FF2B5EF4-FFF2-40B4-BE49-F238E27FC236}">
                <a16:creationId xmlns:a16="http://schemas.microsoft.com/office/drawing/2014/main" id="{8E36CB0D-A61E-FF44-A8D7-A75431F0F502}"/>
              </a:ext>
            </a:extLst>
          </p:cNvPr>
          <p:cNvSpPr/>
          <p:nvPr userDrawn="1"/>
        </p:nvSpPr>
        <p:spPr>
          <a:xfrm>
            <a:off x="-1223129" y="6202532"/>
            <a:ext cx="971284" cy="331508"/>
          </a:xfrm>
          <a:prstGeom prst="rect">
            <a:avLst/>
          </a:prstGeom>
          <a:solidFill>
            <a:srgbClr val="E6BA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9" name="Rectangle 43">
            <a:extLst>
              <a:ext uri="{FF2B5EF4-FFF2-40B4-BE49-F238E27FC236}">
                <a16:creationId xmlns:a16="http://schemas.microsoft.com/office/drawing/2014/main" id="{5599E8A9-52F6-2C4B-B865-ECCDC97AF81E}"/>
              </a:ext>
            </a:extLst>
          </p:cNvPr>
          <p:cNvSpPr/>
          <p:nvPr userDrawn="1"/>
        </p:nvSpPr>
        <p:spPr>
          <a:xfrm>
            <a:off x="-1223129" y="5798493"/>
            <a:ext cx="971284" cy="316119"/>
          </a:xfrm>
          <a:prstGeom prst="rect">
            <a:avLst/>
          </a:prstGeom>
          <a:solidFill>
            <a:srgbClr val="EC7C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0136719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ossing_slide_ver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Picture 30">
            <a:extLst>
              <a:ext uri="{FF2B5EF4-FFF2-40B4-BE49-F238E27FC236}">
                <a16:creationId xmlns:a16="http://schemas.microsoft.com/office/drawing/2014/main" id="{E021AFD5-FCB3-B347-BF26-73759F3B736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10000"/>
          </a:blip>
          <a:srcRect t="4186" r="42526" b="4403"/>
          <a:stretch/>
        </p:blipFill>
        <p:spPr>
          <a:xfrm>
            <a:off x="7869814" y="-16402"/>
            <a:ext cx="4322186" cy="6874402"/>
          </a:xfrm>
          <a:prstGeom prst="rect">
            <a:avLst/>
          </a:prstGeom>
        </p:spPr>
      </p:pic>
      <p:sp>
        <p:nvSpPr>
          <p:cNvPr id="24" name="Core_headline">
            <a:extLst>
              <a:ext uri="{FF2B5EF4-FFF2-40B4-BE49-F238E27FC236}">
                <a16:creationId xmlns:a16="http://schemas.microsoft.com/office/drawing/2014/main" id="{D78F5E9C-4193-AE4B-963C-A6B39CAA55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2055" y="3067735"/>
            <a:ext cx="7805286" cy="722530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spcBef>
                <a:spcPct val="0"/>
              </a:spcBef>
              <a:buNone/>
              <a:defRPr lang="ru-RU" sz="2400" kern="1200" dirty="0">
                <a:solidFill>
                  <a:schemeClr val="tx1">
                    <a:lumMod val="95000"/>
                    <a:lumOff val="5000"/>
                  </a:schemeClr>
                </a:solidFill>
                <a:latin typeface="Century Gothic" charset="0"/>
                <a:ea typeface="+mj-ea"/>
                <a:cs typeface="+mj-cs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/>
            </a:r>
            <a:br>
              <a:rPr lang="en-US" dirty="0"/>
            </a:br>
            <a:r>
              <a:rPr lang="ru-RU" dirty="0"/>
              <a:t>ЗАГОЛОВОК</a:t>
            </a:r>
          </a:p>
        </p:txBody>
      </p:sp>
      <p:sp>
        <p:nvSpPr>
          <p:cNvPr id="6" name="Rectangle 22">
            <a:extLst>
              <a:ext uri="{FF2B5EF4-FFF2-40B4-BE49-F238E27FC236}">
                <a16:creationId xmlns:a16="http://schemas.microsoft.com/office/drawing/2014/main" id="{F778272A-3166-E94C-BFDB-83D07288E71A}"/>
              </a:ext>
            </a:extLst>
          </p:cNvPr>
          <p:cNvSpPr/>
          <p:nvPr userDrawn="1"/>
        </p:nvSpPr>
        <p:spPr>
          <a:xfrm>
            <a:off x="-1223129" y="0"/>
            <a:ext cx="429313" cy="472615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E6BAB9"/>
              </a:solidFill>
            </a:endParaRPr>
          </a:p>
        </p:txBody>
      </p:sp>
      <p:sp>
        <p:nvSpPr>
          <p:cNvPr id="10" name="Rectangle 23">
            <a:extLst>
              <a:ext uri="{FF2B5EF4-FFF2-40B4-BE49-F238E27FC236}">
                <a16:creationId xmlns:a16="http://schemas.microsoft.com/office/drawing/2014/main" id="{54B5A7AA-0B8B-F049-AB60-B3F8431C3436}"/>
              </a:ext>
            </a:extLst>
          </p:cNvPr>
          <p:cNvSpPr/>
          <p:nvPr userDrawn="1"/>
        </p:nvSpPr>
        <p:spPr>
          <a:xfrm>
            <a:off x="-1223129" y="527900"/>
            <a:ext cx="429313" cy="472615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1" name="Rectangle 24">
            <a:extLst>
              <a:ext uri="{FF2B5EF4-FFF2-40B4-BE49-F238E27FC236}">
                <a16:creationId xmlns:a16="http://schemas.microsoft.com/office/drawing/2014/main" id="{8B3F2759-0656-3946-A401-E9562D169BC9}"/>
              </a:ext>
            </a:extLst>
          </p:cNvPr>
          <p:cNvSpPr/>
          <p:nvPr userDrawn="1"/>
        </p:nvSpPr>
        <p:spPr>
          <a:xfrm>
            <a:off x="-1223129" y="1046881"/>
            <a:ext cx="429313" cy="472615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2" name="Rectangle 25">
            <a:extLst>
              <a:ext uri="{FF2B5EF4-FFF2-40B4-BE49-F238E27FC236}">
                <a16:creationId xmlns:a16="http://schemas.microsoft.com/office/drawing/2014/main" id="{C6F0B3AD-C081-5A4A-B544-3FE7B38811DF}"/>
              </a:ext>
            </a:extLst>
          </p:cNvPr>
          <p:cNvSpPr/>
          <p:nvPr userDrawn="1"/>
        </p:nvSpPr>
        <p:spPr>
          <a:xfrm>
            <a:off x="-695669" y="-16402"/>
            <a:ext cx="429313" cy="47261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Rectangle 26">
            <a:extLst>
              <a:ext uri="{FF2B5EF4-FFF2-40B4-BE49-F238E27FC236}">
                <a16:creationId xmlns:a16="http://schemas.microsoft.com/office/drawing/2014/main" id="{A1F7F256-D70D-6140-93D0-FD1BFB16F86A}"/>
              </a:ext>
            </a:extLst>
          </p:cNvPr>
          <p:cNvSpPr/>
          <p:nvPr userDrawn="1"/>
        </p:nvSpPr>
        <p:spPr>
          <a:xfrm>
            <a:off x="-695669" y="520926"/>
            <a:ext cx="429313" cy="47261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Rectangle 27">
            <a:extLst>
              <a:ext uri="{FF2B5EF4-FFF2-40B4-BE49-F238E27FC236}">
                <a16:creationId xmlns:a16="http://schemas.microsoft.com/office/drawing/2014/main" id="{DBC79A27-E8A7-8B4B-9C19-74D369FC9D95}"/>
              </a:ext>
            </a:extLst>
          </p:cNvPr>
          <p:cNvSpPr/>
          <p:nvPr userDrawn="1"/>
        </p:nvSpPr>
        <p:spPr>
          <a:xfrm>
            <a:off x="-695669" y="1058254"/>
            <a:ext cx="429313" cy="47261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Rectangle 35">
            <a:extLst>
              <a:ext uri="{FF2B5EF4-FFF2-40B4-BE49-F238E27FC236}">
                <a16:creationId xmlns:a16="http://schemas.microsoft.com/office/drawing/2014/main" id="{31C09DD8-3C50-3A4F-84D9-C80C4EEEDD02}"/>
              </a:ext>
            </a:extLst>
          </p:cNvPr>
          <p:cNvSpPr/>
          <p:nvPr userDrawn="1"/>
        </p:nvSpPr>
        <p:spPr>
          <a:xfrm>
            <a:off x="-1223129" y="1618862"/>
            <a:ext cx="429313" cy="1410944"/>
          </a:xfrm>
          <a:prstGeom prst="rect">
            <a:avLst/>
          </a:prstGeom>
          <a:solidFill>
            <a:srgbClr val="66CEF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Rectangle 36">
            <a:extLst>
              <a:ext uri="{FF2B5EF4-FFF2-40B4-BE49-F238E27FC236}">
                <a16:creationId xmlns:a16="http://schemas.microsoft.com/office/drawing/2014/main" id="{A8D81C01-D2DA-BA48-A156-2F40C13203E6}"/>
              </a:ext>
            </a:extLst>
          </p:cNvPr>
          <p:cNvSpPr/>
          <p:nvPr userDrawn="1"/>
        </p:nvSpPr>
        <p:spPr>
          <a:xfrm>
            <a:off x="-1232654" y="3105991"/>
            <a:ext cx="429313" cy="1372056"/>
          </a:xfrm>
          <a:prstGeom prst="rect">
            <a:avLst/>
          </a:prstGeom>
          <a:solidFill>
            <a:srgbClr val="0058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Rectangle 41">
            <a:extLst>
              <a:ext uri="{FF2B5EF4-FFF2-40B4-BE49-F238E27FC236}">
                <a16:creationId xmlns:a16="http://schemas.microsoft.com/office/drawing/2014/main" id="{74904346-2C0C-9E41-B4BE-953E281C90BF}"/>
              </a:ext>
            </a:extLst>
          </p:cNvPr>
          <p:cNvSpPr/>
          <p:nvPr userDrawn="1"/>
        </p:nvSpPr>
        <p:spPr>
          <a:xfrm>
            <a:off x="-680456" y="2613312"/>
            <a:ext cx="433494" cy="406562"/>
          </a:xfrm>
          <a:prstGeom prst="rect">
            <a:avLst/>
          </a:prstGeom>
          <a:solidFill>
            <a:srgbClr val="66CEF6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Rectangle 48">
            <a:extLst>
              <a:ext uri="{FF2B5EF4-FFF2-40B4-BE49-F238E27FC236}">
                <a16:creationId xmlns:a16="http://schemas.microsoft.com/office/drawing/2014/main" id="{AC7B0741-F546-0F42-99AB-75D2DC44F07C}"/>
              </a:ext>
            </a:extLst>
          </p:cNvPr>
          <p:cNvSpPr/>
          <p:nvPr userDrawn="1"/>
        </p:nvSpPr>
        <p:spPr>
          <a:xfrm>
            <a:off x="-680456" y="1618862"/>
            <a:ext cx="433494" cy="406562"/>
          </a:xfrm>
          <a:prstGeom prst="rect">
            <a:avLst/>
          </a:prstGeom>
          <a:solidFill>
            <a:srgbClr val="66CEF6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Rectangle 49">
            <a:extLst>
              <a:ext uri="{FF2B5EF4-FFF2-40B4-BE49-F238E27FC236}">
                <a16:creationId xmlns:a16="http://schemas.microsoft.com/office/drawing/2014/main" id="{E3D93425-2BCF-7B4D-9762-264D7756812B}"/>
              </a:ext>
            </a:extLst>
          </p:cNvPr>
          <p:cNvSpPr/>
          <p:nvPr userDrawn="1"/>
        </p:nvSpPr>
        <p:spPr>
          <a:xfrm>
            <a:off x="-680456" y="2101609"/>
            <a:ext cx="433494" cy="434683"/>
          </a:xfrm>
          <a:prstGeom prst="rect">
            <a:avLst/>
          </a:prstGeom>
          <a:solidFill>
            <a:srgbClr val="66CEF6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0" name="Rectangle 50">
            <a:extLst>
              <a:ext uri="{FF2B5EF4-FFF2-40B4-BE49-F238E27FC236}">
                <a16:creationId xmlns:a16="http://schemas.microsoft.com/office/drawing/2014/main" id="{9F4B16F5-5E56-DD4B-AB9F-3ACE19E116C8}"/>
              </a:ext>
            </a:extLst>
          </p:cNvPr>
          <p:cNvSpPr/>
          <p:nvPr userDrawn="1"/>
        </p:nvSpPr>
        <p:spPr>
          <a:xfrm>
            <a:off x="-683472" y="4071485"/>
            <a:ext cx="433494" cy="406562"/>
          </a:xfrm>
          <a:prstGeom prst="rect">
            <a:avLst/>
          </a:prstGeom>
          <a:solidFill>
            <a:srgbClr val="0058A6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1" name="Rectangle 51">
            <a:extLst>
              <a:ext uri="{FF2B5EF4-FFF2-40B4-BE49-F238E27FC236}">
                <a16:creationId xmlns:a16="http://schemas.microsoft.com/office/drawing/2014/main" id="{05C90F67-9FE0-6D45-917E-B5D7B29BBE11}"/>
              </a:ext>
            </a:extLst>
          </p:cNvPr>
          <p:cNvSpPr/>
          <p:nvPr userDrawn="1"/>
        </p:nvSpPr>
        <p:spPr>
          <a:xfrm>
            <a:off x="-683472" y="3105991"/>
            <a:ext cx="433494" cy="406562"/>
          </a:xfrm>
          <a:prstGeom prst="rect">
            <a:avLst/>
          </a:prstGeom>
          <a:solidFill>
            <a:srgbClr val="0058A6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2" name="Rectangle 52">
            <a:extLst>
              <a:ext uri="{FF2B5EF4-FFF2-40B4-BE49-F238E27FC236}">
                <a16:creationId xmlns:a16="http://schemas.microsoft.com/office/drawing/2014/main" id="{8BB8D423-1CA3-D541-83F6-532A0434C8D2}"/>
              </a:ext>
            </a:extLst>
          </p:cNvPr>
          <p:cNvSpPr/>
          <p:nvPr userDrawn="1"/>
        </p:nvSpPr>
        <p:spPr>
          <a:xfrm>
            <a:off x="-683472" y="3588738"/>
            <a:ext cx="433494" cy="406562"/>
          </a:xfrm>
          <a:prstGeom prst="rect">
            <a:avLst/>
          </a:prstGeom>
          <a:solidFill>
            <a:srgbClr val="0058A6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3" name="Rectangle 38">
            <a:extLst>
              <a:ext uri="{FF2B5EF4-FFF2-40B4-BE49-F238E27FC236}">
                <a16:creationId xmlns:a16="http://schemas.microsoft.com/office/drawing/2014/main" id="{7A80B5B9-591C-C548-9735-58F9EBADAA90}"/>
              </a:ext>
            </a:extLst>
          </p:cNvPr>
          <p:cNvSpPr/>
          <p:nvPr userDrawn="1"/>
        </p:nvSpPr>
        <p:spPr>
          <a:xfrm>
            <a:off x="-1223128" y="5387054"/>
            <a:ext cx="971284" cy="317598"/>
          </a:xfrm>
          <a:prstGeom prst="rect">
            <a:avLst/>
          </a:prstGeom>
          <a:solidFill>
            <a:srgbClr val="2095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5" name="Rectangle 39">
            <a:extLst>
              <a:ext uri="{FF2B5EF4-FFF2-40B4-BE49-F238E27FC236}">
                <a16:creationId xmlns:a16="http://schemas.microsoft.com/office/drawing/2014/main" id="{EF64E4A9-322E-3F44-83D7-5898DDCF4843}"/>
              </a:ext>
            </a:extLst>
          </p:cNvPr>
          <p:cNvSpPr/>
          <p:nvPr userDrawn="1"/>
        </p:nvSpPr>
        <p:spPr>
          <a:xfrm>
            <a:off x="-1218245" y="4564164"/>
            <a:ext cx="971284" cy="317598"/>
          </a:xfrm>
          <a:prstGeom prst="rect">
            <a:avLst/>
          </a:prstGeom>
          <a:solidFill>
            <a:srgbClr val="DBE0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6" name="Rectangle 40">
            <a:extLst>
              <a:ext uri="{FF2B5EF4-FFF2-40B4-BE49-F238E27FC236}">
                <a16:creationId xmlns:a16="http://schemas.microsoft.com/office/drawing/2014/main" id="{527C88CA-FD9D-DE4A-8B91-9C9A96B1C178}"/>
              </a:ext>
            </a:extLst>
          </p:cNvPr>
          <p:cNvSpPr/>
          <p:nvPr userDrawn="1"/>
        </p:nvSpPr>
        <p:spPr>
          <a:xfrm>
            <a:off x="-1223128" y="4968706"/>
            <a:ext cx="971284" cy="339565"/>
          </a:xfrm>
          <a:prstGeom prst="rect">
            <a:avLst/>
          </a:prstGeom>
          <a:solidFill>
            <a:srgbClr val="9326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7" name="Rectangle 42">
            <a:extLst>
              <a:ext uri="{FF2B5EF4-FFF2-40B4-BE49-F238E27FC236}">
                <a16:creationId xmlns:a16="http://schemas.microsoft.com/office/drawing/2014/main" id="{8E36CB0D-A61E-FF44-A8D7-A75431F0F502}"/>
              </a:ext>
            </a:extLst>
          </p:cNvPr>
          <p:cNvSpPr/>
          <p:nvPr userDrawn="1"/>
        </p:nvSpPr>
        <p:spPr>
          <a:xfrm>
            <a:off x="-1223129" y="6202532"/>
            <a:ext cx="971284" cy="331508"/>
          </a:xfrm>
          <a:prstGeom prst="rect">
            <a:avLst/>
          </a:prstGeom>
          <a:solidFill>
            <a:srgbClr val="E6BA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8" name="Rectangle 43">
            <a:extLst>
              <a:ext uri="{FF2B5EF4-FFF2-40B4-BE49-F238E27FC236}">
                <a16:creationId xmlns:a16="http://schemas.microsoft.com/office/drawing/2014/main" id="{5599E8A9-52F6-2C4B-B865-ECCDC97AF81E}"/>
              </a:ext>
            </a:extLst>
          </p:cNvPr>
          <p:cNvSpPr/>
          <p:nvPr userDrawn="1"/>
        </p:nvSpPr>
        <p:spPr>
          <a:xfrm>
            <a:off x="-1223129" y="5798493"/>
            <a:ext cx="971284" cy="316119"/>
          </a:xfrm>
          <a:prstGeom prst="rect">
            <a:avLst/>
          </a:prstGeom>
          <a:solidFill>
            <a:srgbClr val="EC7C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29" name="Colontitul">
            <a:extLst>
              <a:ext uri="{FF2B5EF4-FFF2-40B4-BE49-F238E27FC236}">
                <a16:creationId xmlns:a16="http://schemas.microsoft.com/office/drawing/2014/main" id="{98BB12A5-1B00-234F-BD88-DD22379E6D9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24094" y="0"/>
            <a:ext cx="962025" cy="6858000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CA60A2F1-5D28-C349-9325-EA1A36DAF67D}"/>
              </a:ext>
            </a:extLst>
          </p:cNvPr>
          <p:cNvSpPr txBox="1"/>
          <p:nvPr userDrawn="1"/>
        </p:nvSpPr>
        <p:spPr>
          <a:xfrm>
            <a:off x="457716" y="6350944"/>
            <a:ext cx="4198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/>
            <a:fld id="{E4CAEAF2-6028-264D-AE0C-6A7A3A188EF7}" type="slidenum">
              <a:rPr lang="en-US" sz="1400" b="0" i="0" baseline="0" smtClean="0">
                <a:solidFill>
                  <a:srgbClr val="0058A6"/>
                </a:solidFill>
                <a:latin typeface="Century Gothic" charset="0"/>
                <a:ea typeface="Century Gothic" charset="0"/>
                <a:cs typeface="Century Gothic" charset="0"/>
              </a:rPr>
              <a:t>‹#›</a:t>
            </a:fld>
            <a:endParaRPr lang="hr-HR" sz="1400" b="0" i="0" baseline="0" dirty="0">
              <a:solidFill>
                <a:schemeClr val="tx1">
                  <a:lumMod val="50000"/>
                  <a:lumOff val="50000"/>
                </a:schemeClr>
              </a:solidFill>
              <a:latin typeface="Century Gothic" charset="0"/>
              <a:ea typeface="Century Gothic" charset="0"/>
              <a:cs typeface="Century Gothic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1850FDD-E838-E848-AD24-3053BE8E917E}"/>
              </a:ext>
            </a:extLst>
          </p:cNvPr>
          <p:cNvSpPr txBox="1"/>
          <p:nvPr userDrawn="1"/>
        </p:nvSpPr>
        <p:spPr>
          <a:xfrm>
            <a:off x="787969" y="6386688"/>
            <a:ext cx="3785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hr-HR" sz="500" baseline="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entury Gothic" charset="0"/>
                <a:ea typeface="Century Gothic" charset="0"/>
                <a:cs typeface="Century Gothic" charset="0"/>
              </a:rPr>
              <a:t>ТМ</a:t>
            </a:r>
            <a:r>
              <a:rPr lang="ru-RU" sz="500" baseline="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entury Gothic" charset="0"/>
                <a:ea typeface="Century Gothic" charset="0"/>
                <a:cs typeface="Century Gothic" charset="0"/>
              </a:rPr>
              <a:t>Х</a:t>
            </a:r>
            <a:endParaRPr lang="hr-HR" sz="500" baseline="0" dirty="0">
              <a:solidFill>
                <a:schemeClr val="tx1">
                  <a:lumMod val="50000"/>
                  <a:lumOff val="50000"/>
                </a:schemeClr>
              </a:solidFill>
              <a:latin typeface="Century Gothic" charset="0"/>
              <a:ea typeface="Century Gothic" charset="0"/>
              <a:cs typeface="Century Gothic" charset="0"/>
            </a:endParaRPr>
          </a:p>
          <a:p>
            <a:pPr algn="just"/>
            <a:r>
              <a:rPr lang="en-US" sz="450" spc="0" baseline="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entury Gothic" charset="0"/>
                <a:ea typeface="Century Gothic" charset="0"/>
                <a:cs typeface="Century Gothic" charset="0"/>
              </a:rPr>
              <a:t>20</a:t>
            </a:r>
            <a:r>
              <a:rPr lang="ru-RU" sz="450" spc="0" baseline="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entury Gothic" charset="0"/>
                <a:ea typeface="Century Gothic" charset="0"/>
                <a:cs typeface="Century Gothic" charset="0"/>
              </a:rPr>
              <a:t>25</a:t>
            </a:r>
            <a:endParaRPr lang="hr-HR" sz="450" spc="0" baseline="0" dirty="0">
              <a:solidFill>
                <a:schemeClr val="tx1">
                  <a:lumMod val="50000"/>
                  <a:lumOff val="50000"/>
                </a:schemeClr>
              </a:solidFill>
              <a:latin typeface="Century Gothic" charset="0"/>
              <a:ea typeface="Century Gothic" charset="0"/>
              <a:cs typeface="Century Gothic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192450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_text_ver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B4CF08AF-618C-1B4A-BD46-E9B78233DC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1255" y="453156"/>
            <a:ext cx="5708164" cy="788503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ru-RU" sz="2000" kern="1200" spc="300" dirty="0">
                <a:solidFill>
                  <a:schemeClr val="tx1"/>
                </a:solidFill>
                <a:latin typeface="Century Gothic" charset="0"/>
                <a:ea typeface="Century Gothic" charset="0"/>
                <a:cs typeface="Century Gothic" charset="0"/>
              </a:defRPr>
            </a:lvl1pPr>
          </a:lstStyle>
          <a:p>
            <a:r>
              <a:rPr lang="ru-RU" dirty="0"/>
              <a:t>ЗАГОЛОВОК 1 / КОЛОНТИТУЛ</a:t>
            </a:r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D9B8FDC8-E469-D743-B05A-4BA74EDFBE4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123113" y="0"/>
            <a:ext cx="4484953" cy="6858000"/>
          </a:xfrm>
          <a:prstGeom prst="rect">
            <a:avLst/>
          </a:prstGeom>
        </p:spPr>
        <p:txBody>
          <a:bodyPr anchor="ctr"/>
          <a:lstStyle>
            <a:lvl1pPr marL="0" indent="0" algn="ctr">
              <a:buFontTx/>
              <a:buNone/>
              <a:defRPr sz="140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ru-RU" dirty="0"/>
              <a:t>фото</a:t>
            </a:r>
          </a:p>
          <a:p>
            <a:r>
              <a:rPr lang="ru-RU" dirty="0"/>
              <a:t>иллюстрация</a:t>
            </a:r>
          </a:p>
        </p:txBody>
      </p:sp>
      <p:sp>
        <p:nvSpPr>
          <p:cNvPr id="8" name="Rectangle 22">
            <a:extLst>
              <a:ext uri="{FF2B5EF4-FFF2-40B4-BE49-F238E27FC236}">
                <a16:creationId xmlns:a16="http://schemas.microsoft.com/office/drawing/2014/main" id="{F778272A-3166-E94C-BFDB-83D07288E71A}"/>
              </a:ext>
            </a:extLst>
          </p:cNvPr>
          <p:cNvSpPr/>
          <p:nvPr userDrawn="1"/>
        </p:nvSpPr>
        <p:spPr>
          <a:xfrm>
            <a:off x="-1223129" y="0"/>
            <a:ext cx="429313" cy="472615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E6BAB9"/>
              </a:solidFill>
            </a:endParaRPr>
          </a:p>
        </p:txBody>
      </p:sp>
      <p:sp>
        <p:nvSpPr>
          <p:cNvPr id="9" name="Rectangle 23">
            <a:extLst>
              <a:ext uri="{FF2B5EF4-FFF2-40B4-BE49-F238E27FC236}">
                <a16:creationId xmlns:a16="http://schemas.microsoft.com/office/drawing/2014/main" id="{54B5A7AA-0B8B-F049-AB60-B3F8431C3436}"/>
              </a:ext>
            </a:extLst>
          </p:cNvPr>
          <p:cNvSpPr/>
          <p:nvPr userDrawn="1"/>
        </p:nvSpPr>
        <p:spPr>
          <a:xfrm>
            <a:off x="-1223129" y="527900"/>
            <a:ext cx="429313" cy="472615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" name="Rectangle 24">
            <a:extLst>
              <a:ext uri="{FF2B5EF4-FFF2-40B4-BE49-F238E27FC236}">
                <a16:creationId xmlns:a16="http://schemas.microsoft.com/office/drawing/2014/main" id="{8B3F2759-0656-3946-A401-E9562D169BC9}"/>
              </a:ext>
            </a:extLst>
          </p:cNvPr>
          <p:cNvSpPr/>
          <p:nvPr userDrawn="1"/>
        </p:nvSpPr>
        <p:spPr>
          <a:xfrm>
            <a:off x="-1223129" y="1046881"/>
            <a:ext cx="429313" cy="472615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2" name="Rectangle 25">
            <a:extLst>
              <a:ext uri="{FF2B5EF4-FFF2-40B4-BE49-F238E27FC236}">
                <a16:creationId xmlns:a16="http://schemas.microsoft.com/office/drawing/2014/main" id="{C6F0B3AD-C081-5A4A-B544-3FE7B38811DF}"/>
              </a:ext>
            </a:extLst>
          </p:cNvPr>
          <p:cNvSpPr/>
          <p:nvPr userDrawn="1"/>
        </p:nvSpPr>
        <p:spPr>
          <a:xfrm>
            <a:off x="-695669" y="-16402"/>
            <a:ext cx="429313" cy="47261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Rectangle 26">
            <a:extLst>
              <a:ext uri="{FF2B5EF4-FFF2-40B4-BE49-F238E27FC236}">
                <a16:creationId xmlns:a16="http://schemas.microsoft.com/office/drawing/2014/main" id="{A1F7F256-D70D-6140-93D0-FD1BFB16F86A}"/>
              </a:ext>
            </a:extLst>
          </p:cNvPr>
          <p:cNvSpPr/>
          <p:nvPr userDrawn="1"/>
        </p:nvSpPr>
        <p:spPr>
          <a:xfrm>
            <a:off x="-695669" y="520926"/>
            <a:ext cx="429313" cy="47261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Rectangle 27">
            <a:extLst>
              <a:ext uri="{FF2B5EF4-FFF2-40B4-BE49-F238E27FC236}">
                <a16:creationId xmlns:a16="http://schemas.microsoft.com/office/drawing/2014/main" id="{DBC79A27-E8A7-8B4B-9C19-74D369FC9D95}"/>
              </a:ext>
            </a:extLst>
          </p:cNvPr>
          <p:cNvSpPr/>
          <p:nvPr userDrawn="1"/>
        </p:nvSpPr>
        <p:spPr>
          <a:xfrm>
            <a:off x="-695669" y="1058254"/>
            <a:ext cx="429313" cy="47261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Rectangle 35">
            <a:extLst>
              <a:ext uri="{FF2B5EF4-FFF2-40B4-BE49-F238E27FC236}">
                <a16:creationId xmlns:a16="http://schemas.microsoft.com/office/drawing/2014/main" id="{31C09DD8-3C50-3A4F-84D9-C80C4EEEDD02}"/>
              </a:ext>
            </a:extLst>
          </p:cNvPr>
          <p:cNvSpPr/>
          <p:nvPr userDrawn="1"/>
        </p:nvSpPr>
        <p:spPr>
          <a:xfrm>
            <a:off x="-1223129" y="1618862"/>
            <a:ext cx="429313" cy="1410944"/>
          </a:xfrm>
          <a:prstGeom prst="rect">
            <a:avLst/>
          </a:prstGeom>
          <a:solidFill>
            <a:srgbClr val="66CEF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Rectangle 36">
            <a:extLst>
              <a:ext uri="{FF2B5EF4-FFF2-40B4-BE49-F238E27FC236}">
                <a16:creationId xmlns:a16="http://schemas.microsoft.com/office/drawing/2014/main" id="{A8D81C01-D2DA-BA48-A156-2F40C13203E6}"/>
              </a:ext>
            </a:extLst>
          </p:cNvPr>
          <p:cNvSpPr/>
          <p:nvPr userDrawn="1"/>
        </p:nvSpPr>
        <p:spPr>
          <a:xfrm>
            <a:off x="-1232654" y="3105991"/>
            <a:ext cx="429313" cy="1372056"/>
          </a:xfrm>
          <a:prstGeom prst="rect">
            <a:avLst/>
          </a:prstGeom>
          <a:solidFill>
            <a:srgbClr val="0058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Rectangle 41">
            <a:extLst>
              <a:ext uri="{FF2B5EF4-FFF2-40B4-BE49-F238E27FC236}">
                <a16:creationId xmlns:a16="http://schemas.microsoft.com/office/drawing/2014/main" id="{74904346-2C0C-9E41-B4BE-953E281C90BF}"/>
              </a:ext>
            </a:extLst>
          </p:cNvPr>
          <p:cNvSpPr/>
          <p:nvPr userDrawn="1"/>
        </p:nvSpPr>
        <p:spPr>
          <a:xfrm>
            <a:off x="-680456" y="2613312"/>
            <a:ext cx="433494" cy="406562"/>
          </a:xfrm>
          <a:prstGeom prst="rect">
            <a:avLst/>
          </a:prstGeom>
          <a:solidFill>
            <a:srgbClr val="66CEF6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Rectangle 48">
            <a:extLst>
              <a:ext uri="{FF2B5EF4-FFF2-40B4-BE49-F238E27FC236}">
                <a16:creationId xmlns:a16="http://schemas.microsoft.com/office/drawing/2014/main" id="{AC7B0741-F546-0F42-99AB-75D2DC44F07C}"/>
              </a:ext>
            </a:extLst>
          </p:cNvPr>
          <p:cNvSpPr/>
          <p:nvPr userDrawn="1"/>
        </p:nvSpPr>
        <p:spPr>
          <a:xfrm>
            <a:off x="-680456" y="1618862"/>
            <a:ext cx="433494" cy="406562"/>
          </a:xfrm>
          <a:prstGeom prst="rect">
            <a:avLst/>
          </a:prstGeom>
          <a:solidFill>
            <a:srgbClr val="66CEF6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0" name="Rectangle 49">
            <a:extLst>
              <a:ext uri="{FF2B5EF4-FFF2-40B4-BE49-F238E27FC236}">
                <a16:creationId xmlns:a16="http://schemas.microsoft.com/office/drawing/2014/main" id="{E3D93425-2BCF-7B4D-9762-264D7756812B}"/>
              </a:ext>
            </a:extLst>
          </p:cNvPr>
          <p:cNvSpPr/>
          <p:nvPr userDrawn="1"/>
        </p:nvSpPr>
        <p:spPr>
          <a:xfrm>
            <a:off x="-680456" y="2101609"/>
            <a:ext cx="433494" cy="434683"/>
          </a:xfrm>
          <a:prstGeom prst="rect">
            <a:avLst/>
          </a:prstGeom>
          <a:solidFill>
            <a:srgbClr val="66CEF6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1" name="Rectangle 50">
            <a:extLst>
              <a:ext uri="{FF2B5EF4-FFF2-40B4-BE49-F238E27FC236}">
                <a16:creationId xmlns:a16="http://schemas.microsoft.com/office/drawing/2014/main" id="{9F4B16F5-5E56-DD4B-AB9F-3ACE19E116C8}"/>
              </a:ext>
            </a:extLst>
          </p:cNvPr>
          <p:cNvSpPr/>
          <p:nvPr userDrawn="1"/>
        </p:nvSpPr>
        <p:spPr>
          <a:xfrm>
            <a:off x="-683472" y="4071485"/>
            <a:ext cx="433494" cy="406562"/>
          </a:xfrm>
          <a:prstGeom prst="rect">
            <a:avLst/>
          </a:prstGeom>
          <a:solidFill>
            <a:srgbClr val="0058A6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2" name="Rectangle 51">
            <a:extLst>
              <a:ext uri="{FF2B5EF4-FFF2-40B4-BE49-F238E27FC236}">
                <a16:creationId xmlns:a16="http://schemas.microsoft.com/office/drawing/2014/main" id="{05C90F67-9FE0-6D45-917E-B5D7B29BBE11}"/>
              </a:ext>
            </a:extLst>
          </p:cNvPr>
          <p:cNvSpPr/>
          <p:nvPr userDrawn="1"/>
        </p:nvSpPr>
        <p:spPr>
          <a:xfrm>
            <a:off x="-683472" y="3105991"/>
            <a:ext cx="433494" cy="406562"/>
          </a:xfrm>
          <a:prstGeom prst="rect">
            <a:avLst/>
          </a:prstGeom>
          <a:solidFill>
            <a:srgbClr val="0058A6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3" name="Rectangle 52">
            <a:extLst>
              <a:ext uri="{FF2B5EF4-FFF2-40B4-BE49-F238E27FC236}">
                <a16:creationId xmlns:a16="http://schemas.microsoft.com/office/drawing/2014/main" id="{8BB8D423-1CA3-D541-83F6-532A0434C8D2}"/>
              </a:ext>
            </a:extLst>
          </p:cNvPr>
          <p:cNvSpPr/>
          <p:nvPr userDrawn="1"/>
        </p:nvSpPr>
        <p:spPr>
          <a:xfrm>
            <a:off x="-683472" y="3588738"/>
            <a:ext cx="433494" cy="406562"/>
          </a:xfrm>
          <a:prstGeom prst="rect">
            <a:avLst/>
          </a:prstGeom>
          <a:solidFill>
            <a:srgbClr val="0058A6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4" name="Rectangle 38">
            <a:extLst>
              <a:ext uri="{FF2B5EF4-FFF2-40B4-BE49-F238E27FC236}">
                <a16:creationId xmlns:a16="http://schemas.microsoft.com/office/drawing/2014/main" id="{7A80B5B9-591C-C548-9735-58F9EBADAA90}"/>
              </a:ext>
            </a:extLst>
          </p:cNvPr>
          <p:cNvSpPr/>
          <p:nvPr userDrawn="1"/>
        </p:nvSpPr>
        <p:spPr>
          <a:xfrm>
            <a:off x="-1223128" y="5387054"/>
            <a:ext cx="971284" cy="317598"/>
          </a:xfrm>
          <a:prstGeom prst="rect">
            <a:avLst/>
          </a:prstGeom>
          <a:solidFill>
            <a:srgbClr val="2095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5" name="Rectangle 39">
            <a:extLst>
              <a:ext uri="{FF2B5EF4-FFF2-40B4-BE49-F238E27FC236}">
                <a16:creationId xmlns:a16="http://schemas.microsoft.com/office/drawing/2014/main" id="{EF64E4A9-322E-3F44-83D7-5898DDCF4843}"/>
              </a:ext>
            </a:extLst>
          </p:cNvPr>
          <p:cNvSpPr/>
          <p:nvPr userDrawn="1"/>
        </p:nvSpPr>
        <p:spPr>
          <a:xfrm>
            <a:off x="-1218245" y="4564164"/>
            <a:ext cx="971284" cy="317598"/>
          </a:xfrm>
          <a:prstGeom prst="rect">
            <a:avLst/>
          </a:prstGeom>
          <a:solidFill>
            <a:srgbClr val="DBE0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6" name="Rectangle 40">
            <a:extLst>
              <a:ext uri="{FF2B5EF4-FFF2-40B4-BE49-F238E27FC236}">
                <a16:creationId xmlns:a16="http://schemas.microsoft.com/office/drawing/2014/main" id="{527C88CA-FD9D-DE4A-8B91-9C9A96B1C178}"/>
              </a:ext>
            </a:extLst>
          </p:cNvPr>
          <p:cNvSpPr/>
          <p:nvPr userDrawn="1"/>
        </p:nvSpPr>
        <p:spPr>
          <a:xfrm>
            <a:off x="-1223128" y="4968706"/>
            <a:ext cx="971284" cy="339565"/>
          </a:xfrm>
          <a:prstGeom prst="rect">
            <a:avLst/>
          </a:prstGeom>
          <a:solidFill>
            <a:srgbClr val="9326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7" name="Rectangle 42">
            <a:extLst>
              <a:ext uri="{FF2B5EF4-FFF2-40B4-BE49-F238E27FC236}">
                <a16:creationId xmlns:a16="http://schemas.microsoft.com/office/drawing/2014/main" id="{8E36CB0D-A61E-FF44-A8D7-A75431F0F502}"/>
              </a:ext>
            </a:extLst>
          </p:cNvPr>
          <p:cNvSpPr/>
          <p:nvPr userDrawn="1"/>
        </p:nvSpPr>
        <p:spPr>
          <a:xfrm>
            <a:off x="-1223129" y="6202532"/>
            <a:ext cx="971284" cy="331508"/>
          </a:xfrm>
          <a:prstGeom prst="rect">
            <a:avLst/>
          </a:prstGeom>
          <a:solidFill>
            <a:srgbClr val="E6BA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8" name="Rectangle 43">
            <a:extLst>
              <a:ext uri="{FF2B5EF4-FFF2-40B4-BE49-F238E27FC236}">
                <a16:creationId xmlns:a16="http://schemas.microsoft.com/office/drawing/2014/main" id="{5599E8A9-52F6-2C4B-B865-ECCDC97AF81E}"/>
              </a:ext>
            </a:extLst>
          </p:cNvPr>
          <p:cNvSpPr/>
          <p:nvPr userDrawn="1"/>
        </p:nvSpPr>
        <p:spPr>
          <a:xfrm>
            <a:off x="-1223129" y="5798493"/>
            <a:ext cx="971284" cy="316119"/>
          </a:xfrm>
          <a:prstGeom prst="rect">
            <a:avLst/>
          </a:prstGeom>
          <a:solidFill>
            <a:srgbClr val="EC7C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8B5678F-1B31-5945-B458-296EACD23F8E}"/>
              </a:ext>
            </a:extLst>
          </p:cNvPr>
          <p:cNvSpPr txBox="1"/>
          <p:nvPr userDrawn="1"/>
        </p:nvSpPr>
        <p:spPr>
          <a:xfrm>
            <a:off x="787969" y="6386688"/>
            <a:ext cx="378534" cy="24622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just"/>
            <a:r>
              <a:rPr lang="hr-HR" sz="50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Century Gothic" charset="0"/>
                <a:ea typeface="Century Gothic" charset="0"/>
                <a:cs typeface="Century Gothic" charset="0"/>
              </a:rPr>
              <a:t>ТМХ</a:t>
            </a:r>
          </a:p>
          <a:p>
            <a:pPr algn="just"/>
            <a:r>
              <a:rPr lang="en-US" sz="450" spc="0" baseline="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entury Gothic" charset="0"/>
                <a:ea typeface="Century Gothic" charset="0"/>
                <a:cs typeface="Century Gothic" charset="0"/>
              </a:rPr>
              <a:t>20</a:t>
            </a:r>
            <a:r>
              <a:rPr lang="ru-RU" sz="450" spc="0" baseline="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entury Gothic" charset="0"/>
                <a:ea typeface="Century Gothic" charset="0"/>
                <a:cs typeface="Century Gothic" charset="0"/>
              </a:rPr>
              <a:t>26</a:t>
            </a:r>
            <a:endParaRPr lang="hr-HR" sz="450" spc="0" baseline="0" dirty="0">
              <a:solidFill>
                <a:schemeClr val="tx1">
                  <a:lumMod val="50000"/>
                  <a:lumOff val="50000"/>
                </a:schemeClr>
              </a:solidFill>
              <a:latin typeface="Century Gothic" charset="0"/>
              <a:ea typeface="Century Gothic" charset="0"/>
              <a:cs typeface="Century Gothic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A7FABC9-5BF4-2C42-B516-65AAB74B6791}"/>
              </a:ext>
            </a:extLst>
          </p:cNvPr>
          <p:cNvSpPr txBox="1"/>
          <p:nvPr userDrawn="1"/>
        </p:nvSpPr>
        <p:spPr>
          <a:xfrm>
            <a:off x="457716" y="6350944"/>
            <a:ext cx="4198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/>
            <a:fld id="{E4CAEAF2-6028-264D-AE0C-6A7A3A188EF7}" type="slidenum">
              <a:rPr lang="en-US" sz="1400" b="0" i="0" baseline="0" smtClean="0">
                <a:solidFill>
                  <a:srgbClr val="0058A6"/>
                </a:solidFill>
                <a:latin typeface="Century Gothic" charset="0"/>
                <a:ea typeface="Century Gothic" charset="0"/>
                <a:cs typeface="Century Gothic" charset="0"/>
              </a:rPr>
              <a:t>‹#›</a:t>
            </a:fld>
            <a:endParaRPr lang="hr-HR" sz="1400" b="0" i="0" baseline="0" dirty="0">
              <a:solidFill>
                <a:schemeClr val="tx1">
                  <a:lumMod val="50000"/>
                  <a:lumOff val="50000"/>
                </a:schemeClr>
              </a:solidFill>
              <a:latin typeface="Century Gothic" charset="0"/>
              <a:ea typeface="Century Gothic" charset="0"/>
              <a:cs typeface="Century Gothic" charset="0"/>
            </a:endParaRP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F0BC84CD-FF10-1F46-9DD8-8446C63737B3}"/>
              </a:ext>
            </a:extLst>
          </p:cNvPr>
          <p:cNvCxnSpPr>
            <a:cxnSpLocks/>
          </p:cNvCxnSpPr>
          <p:nvPr userDrawn="1"/>
        </p:nvCxnSpPr>
        <p:spPr>
          <a:xfrm>
            <a:off x="817293" y="6438900"/>
            <a:ext cx="0" cy="130175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B4C363D-D1E6-4A40-AD79-E5E3A5AE1038}"/>
              </a:ext>
            </a:extLst>
          </p:cNvPr>
          <p:cNvCxnSpPr>
            <a:cxnSpLocks/>
          </p:cNvCxnSpPr>
          <p:nvPr userDrawn="1"/>
        </p:nvCxnSpPr>
        <p:spPr>
          <a:xfrm>
            <a:off x="1055440" y="6438900"/>
            <a:ext cx="0" cy="130175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Colontitul">
            <a:extLst>
              <a:ext uri="{FF2B5EF4-FFF2-40B4-BE49-F238E27FC236}">
                <a16:creationId xmlns:a16="http://schemas.microsoft.com/office/drawing/2014/main" id="{EEACF66A-8C4B-0041-8759-D9C5A30D830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24094" y="0"/>
            <a:ext cx="9620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42984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_text_ver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B4CF08AF-618C-1B4A-BD46-E9B78233DC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1255" y="453156"/>
            <a:ext cx="5708164" cy="788503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ru-RU" sz="2000" kern="1200" spc="300" dirty="0">
                <a:solidFill>
                  <a:schemeClr val="tx1"/>
                </a:solidFill>
                <a:latin typeface="Century Gothic" charset="0"/>
                <a:ea typeface="Century Gothic" charset="0"/>
                <a:cs typeface="Century Gothic" charset="0"/>
              </a:defRPr>
            </a:lvl1pPr>
          </a:lstStyle>
          <a:p>
            <a:r>
              <a:rPr lang="ru-RU" dirty="0"/>
              <a:t>ЗАГОЛОВОК 1 / КОЛОНТИТУЛ</a:t>
            </a:r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D9B8FDC8-E469-D743-B05A-4BA74EDFBE4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123113" y="0"/>
            <a:ext cx="4484953" cy="3388093"/>
          </a:xfrm>
          <a:prstGeom prst="rect">
            <a:avLst/>
          </a:prstGeom>
        </p:spPr>
        <p:txBody>
          <a:bodyPr anchor="ctr"/>
          <a:lstStyle>
            <a:lvl1pPr marL="0" indent="0" algn="ctr">
              <a:buFontTx/>
              <a:buNone/>
              <a:defRPr sz="140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ru-RU" dirty="0"/>
              <a:t>фото</a:t>
            </a:r>
          </a:p>
          <a:p>
            <a:r>
              <a:rPr lang="ru-RU" dirty="0"/>
              <a:t>иллюстрация</a:t>
            </a:r>
          </a:p>
        </p:txBody>
      </p:sp>
      <p:sp>
        <p:nvSpPr>
          <p:cNvPr id="9" name="Picture Placeholder 18">
            <a:extLst>
              <a:ext uri="{FF2B5EF4-FFF2-40B4-BE49-F238E27FC236}">
                <a16:creationId xmlns:a16="http://schemas.microsoft.com/office/drawing/2014/main" id="{53D7614B-7C91-074E-98DA-3AB17C69D259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123113" y="3465095"/>
            <a:ext cx="4484953" cy="3388093"/>
          </a:xfrm>
          <a:prstGeom prst="rect">
            <a:avLst/>
          </a:prstGeom>
        </p:spPr>
        <p:txBody>
          <a:bodyPr anchor="ctr"/>
          <a:lstStyle>
            <a:lvl1pPr marL="0" indent="0" algn="ctr">
              <a:buFontTx/>
              <a:buNone/>
              <a:defRPr sz="140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ru-RU" dirty="0"/>
              <a:t>фото</a:t>
            </a:r>
          </a:p>
          <a:p>
            <a:r>
              <a:rPr lang="ru-RU" dirty="0"/>
              <a:t>иллюстрация</a:t>
            </a:r>
          </a:p>
        </p:txBody>
      </p:sp>
      <p:sp>
        <p:nvSpPr>
          <p:cNvPr id="10" name="Rectangle 22">
            <a:extLst>
              <a:ext uri="{FF2B5EF4-FFF2-40B4-BE49-F238E27FC236}">
                <a16:creationId xmlns:a16="http://schemas.microsoft.com/office/drawing/2014/main" id="{F778272A-3166-E94C-BFDB-83D07288E71A}"/>
              </a:ext>
            </a:extLst>
          </p:cNvPr>
          <p:cNvSpPr/>
          <p:nvPr userDrawn="1"/>
        </p:nvSpPr>
        <p:spPr>
          <a:xfrm>
            <a:off x="-1223129" y="0"/>
            <a:ext cx="429313" cy="472615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E6BAB9"/>
              </a:solidFill>
            </a:endParaRPr>
          </a:p>
        </p:txBody>
      </p:sp>
      <p:sp>
        <p:nvSpPr>
          <p:cNvPr id="12" name="Rectangle 23">
            <a:extLst>
              <a:ext uri="{FF2B5EF4-FFF2-40B4-BE49-F238E27FC236}">
                <a16:creationId xmlns:a16="http://schemas.microsoft.com/office/drawing/2014/main" id="{54B5A7AA-0B8B-F049-AB60-B3F8431C3436}"/>
              </a:ext>
            </a:extLst>
          </p:cNvPr>
          <p:cNvSpPr/>
          <p:nvPr userDrawn="1"/>
        </p:nvSpPr>
        <p:spPr>
          <a:xfrm>
            <a:off x="-1223129" y="527900"/>
            <a:ext cx="429313" cy="472615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Rectangle 24">
            <a:extLst>
              <a:ext uri="{FF2B5EF4-FFF2-40B4-BE49-F238E27FC236}">
                <a16:creationId xmlns:a16="http://schemas.microsoft.com/office/drawing/2014/main" id="{8B3F2759-0656-3946-A401-E9562D169BC9}"/>
              </a:ext>
            </a:extLst>
          </p:cNvPr>
          <p:cNvSpPr/>
          <p:nvPr userDrawn="1"/>
        </p:nvSpPr>
        <p:spPr>
          <a:xfrm>
            <a:off x="-1223129" y="1046881"/>
            <a:ext cx="429313" cy="472615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Rectangle 25">
            <a:extLst>
              <a:ext uri="{FF2B5EF4-FFF2-40B4-BE49-F238E27FC236}">
                <a16:creationId xmlns:a16="http://schemas.microsoft.com/office/drawing/2014/main" id="{C6F0B3AD-C081-5A4A-B544-3FE7B38811DF}"/>
              </a:ext>
            </a:extLst>
          </p:cNvPr>
          <p:cNvSpPr/>
          <p:nvPr userDrawn="1"/>
        </p:nvSpPr>
        <p:spPr>
          <a:xfrm>
            <a:off x="-695669" y="-16402"/>
            <a:ext cx="429313" cy="47261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Rectangle 26">
            <a:extLst>
              <a:ext uri="{FF2B5EF4-FFF2-40B4-BE49-F238E27FC236}">
                <a16:creationId xmlns:a16="http://schemas.microsoft.com/office/drawing/2014/main" id="{A1F7F256-D70D-6140-93D0-FD1BFB16F86A}"/>
              </a:ext>
            </a:extLst>
          </p:cNvPr>
          <p:cNvSpPr/>
          <p:nvPr userDrawn="1"/>
        </p:nvSpPr>
        <p:spPr>
          <a:xfrm>
            <a:off x="-695669" y="520926"/>
            <a:ext cx="429313" cy="47261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Rectangle 27">
            <a:extLst>
              <a:ext uri="{FF2B5EF4-FFF2-40B4-BE49-F238E27FC236}">
                <a16:creationId xmlns:a16="http://schemas.microsoft.com/office/drawing/2014/main" id="{DBC79A27-E8A7-8B4B-9C19-74D369FC9D95}"/>
              </a:ext>
            </a:extLst>
          </p:cNvPr>
          <p:cNvSpPr/>
          <p:nvPr userDrawn="1"/>
        </p:nvSpPr>
        <p:spPr>
          <a:xfrm>
            <a:off x="-695669" y="1058254"/>
            <a:ext cx="429313" cy="47261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Rectangle 35">
            <a:extLst>
              <a:ext uri="{FF2B5EF4-FFF2-40B4-BE49-F238E27FC236}">
                <a16:creationId xmlns:a16="http://schemas.microsoft.com/office/drawing/2014/main" id="{31C09DD8-3C50-3A4F-84D9-C80C4EEEDD02}"/>
              </a:ext>
            </a:extLst>
          </p:cNvPr>
          <p:cNvSpPr/>
          <p:nvPr userDrawn="1"/>
        </p:nvSpPr>
        <p:spPr>
          <a:xfrm>
            <a:off x="-1223129" y="1618862"/>
            <a:ext cx="429313" cy="1410944"/>
          </a:xfrm>
          <a:prstGeom prst="rect">
            <a:avLst/>
          </a:prstGeom>
          <a:solidFill>
            <a:srgbClr val="66CEF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Rectangle 36">
            <a:extLst>
              <a:ext uri="{FF2B5EF4-FFF2-40B4-BE49-F238E27FC236}">
                <a16:creationId xmlns:a16="http://schemas.microsoft.com/office/drawing/2014/main" id="{A8D81C01-D2DA-BA48-A156-2F40C13203E6}"/>
              </a:ext>
            </a:extLst>
          </p:cNvPr>
          <p:cNvSpPr/>
          <p:nvPr userDrawn="1"/>
        </p:nvSpPr>
        <p:spPr>
          <a:xfrm>
            <a:off x="-1232654" y="3105991"/>
            <a:ext cx="429313" cy="1372056"/>
          </a:xfrm>
          <a:prstGeom prst="rect">
            <a:avLst/>
          </a:prstGeom>
          <a:solidFill>
            <a:srgbClr val="0058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0" name="Rectangle 41">
            <a:extLst>
              <a:ext uri="{FF2B5EF4-FFF2-40B4-BE49-F238E27FC236}">
                <a16:creationId xmlns:a16="http://schemas.microsoft.com/office/drawing/2014/main" id="{74904346-2C0C-9E41-B4BE-953E281C90BF}"/>
              </a:ext>
            </a:extLst>
          </p:cNvPr>
          <p:cNvSpPr/>
          <p:nvPr userDrawn="1"/>
        </p:nvSpPr>
        <p:spPr>
          <a:xfrm>
            <a:off x="-680456" y="2613312"/>
            <a:ext cx="433494" cy="406562"/>
          </a:xfrm>
          <a:prstGeom prst="rect">
            <a:avLst/>
          </a:prstGeom>
          <a:solidFill>
            <a:srgbClr val="66CEF6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1" name="Rectangle 48">
            <a:extLst>
              <a:ext uri="{FF2B5EF4-FFF2-40B4-BE49-F238E27FC236}">
                <a16:creationId xmlns:a16="http://schemas.microsoft.com/office/drawing/2014/main" id="{AC7B0741-F546-0F42-99AB-75D2DC44F07C}"/>
              </a:ext>
            </a:extLst>
          </p:cNvPr>
          <p:cNvSpPr/>
          <p:nvPr userDrawn="1"/>
        </p:nvSpPr>
        <p:spPr>
          <a:xfrm>
            <a:off x="-680456" y="1618862"/>
            <a:ext cx="433494" cy="406562"/>
          </a:xfrm>
          <a:prstGeom prst="rect">
            <a:avLst/>
          </a:prstGeom>
          <a:solidFill>
            <a:srgbClr val="66CEF6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2" name="Rectangle 49">
            <a:extLst>
              <a:ext uri="{FF2B5EF4-FFF2-40B4-BE49-F238E27FC236}">
                <a16:creationId xmlns:a16="http://schemas.microsoft.com/office/drawing/2014/main" id="{E3D93425-2BCF-7B4D-9762-264D7756812B}"/>
              </a:ext>
            </a:extLst>
          </p:cNvPr>
          <p:cNvSpPr/>
          <p:nvPr userDrawn="1"/>
        </p:nvSpPr>
        <p:spPr>
          <a:xfrm>
            <a:off x="-680456" y="2101609"/>
            <a:ext cx="433494" cy="434683"/>
          </a:xfrm>
          <a:prstGeom prst="rect">
            <a:avLst/>
          </a:prstGeom>
          <a:solidFill>
            <a:srgbClr val="66CEF6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3" name="Rectangle 50">
            <a:extLst>
              <a:ext uri="{FF2B5EF4-FFF2-40B4-BE49-F238E27FC236}">
                <a16:creationId xmlns:a16="http://schemas.microsoft.com/office/drawing/2014/main" id="{9F4B16F5-5E56-DD4B-AB9F-3ACE19E116C8}"/>
              </a:ext>
            </a:extLst>
          </p:cNvPr>
          <p:cNvSpPr/>
          <p:nvPr userDrawn="1"/>
        </p:nvSpPr>
        <p:spPr>
          <a:xfrm>
            <a:off x="-683472" y="4071485"/>
            <a:ext cx="433494" cy="406562"/>
          </a:xfrm>
          <a:prstGeom prst="rect">
            <a:avLst/>
          </a:prstGeom>
          <a:solidFill>
            <a:srgbClr val="0058A6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4" name="Rectangle 51">
            <a:extLst>
              <a:ext uri="{FF2B5EF4-FFF2-40B4-BE49-F238E27FC236}">
                <a16:creationId xmlns:a16="http://schemas.microsoft.com/office/drawing/2014/main" id="{05C90F67-9FE0-6D45-917E-B5D7B29BBE11}"/>
              </a:ext>
            </a:extLst>
          </p:cNvPr>
          <p:cNvSpPr/>
          <p:nvPr userDrawn="1"/>
        </p:nvSpPr>
        <p:spPr>
          <a:xfrm>
            <a:off x="-683472" y="3105991"/>
            <a:ext cx="433494" cy="406562"/>
          </a:xfrm>
          <a:prstGeom prst="rect">
            <a:avLst/>
          </a:prstGeom>
          <a:solidFill>
            <a:srgbClr val="0058A6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5" name="Rectangle 52">
            <a:extLst>
              <a:ext uri="{FF2B5EF4-FFF2-40B4-BE49-F238E27FC236}">
                <a16:creationId xmlns:a16="http://schemas.microsoft.com/office/drawing/2014/main" id="{8BB8D423-1CA3-D541-83F6-532A0434C8D2}"/>
              </a:ext>
            </a:extLst>
          </p:cNvPr>
          <p:cNvSpPr/>
          <p:nvPr userDrawn="1"/>
        </p:nvSpPr>
        <p:spPr>
          <a:xfrm>
            <a:off x="-683472" y="3588738"/>
            <a:ext cx="433494" cy="406562"/>
          </a:xfrm>
          <a:prstGeom prst="rect">
            <a:avLst/>
          </a:prstGeom>
          <a:solidFill>
            <a:srgbClr val="0058A6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6" name="Rectangle 38">
            <a:extLst>
              <a:ext uri="{FF2B5EF4-FFF2-40B4-BE49-F238E27FC236}">
                <a16:creationId xmlns:a16="http://schemas.microsoft.com/office/drawing/2014/main" id="{7A80B5B9-591C-C548-9735-58F9EBADAA90}"/>
              </a:ext>
            </a:extLst>
          </p:cNvPr>
          <p:cNvSpPr/>
          <p:nvPr userDrawn="1"/>
        </p:nvSpPr>
        <p:spPr>
          <a:xfrm>
            <a:off x="-1223128" y="5387054"/>
            <a:ext cx="971284" cy="317598"/>
          </a:xfrm>
          <a:prstGeom prst="rect">
            <a:avLst/>
          </a:prstGeom>
          <a:solidFill>
            <a:srgbClr val="2095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7" name="Rectangle 39">
            <a:extLst>
              <a:ext uri="{FF2B5EF4-FFF2-40B4-BE49-F238E27FC236}">
                <a16:creationId xmlns:a16="http://schemas.microsoft.com/office/drawing/2014/main" id="{EF64E4A9-322E-3F44-83D7-5898DDCF4843}"/>
              </a:ext>
            </a:extLst>
          </p:cNvPr>
          <p:cNvSpPr/>
          <p:nvPr userDrawn="1"/>
        </p:nvSpPr>
        <p:spPr>
          <a:xfrm>
            <a:off x="-1218245" y="4564164"/>
            <a:ext cx="971284" cy="317598"/>
          </a:xfrm>
          <a:prstGeom prst="rect">
            <a:avLst/>
          </a:prstGeom>
          <a:solidFill>
            <a:srgbClr val="DBE0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8" name="Rectangle 40">
            <a:extLst>
              <a:ext uri="{FF2B5EF4-FFF2-40B4-BE49-F238E27FC236}">
                <a16:creationId xmlns:a16="http://schemas.microsoft.com/office/drawing/2014/main" id="{527C88CA-FD9D-DE4A-8B91-9C9A96B1C178}"/>
              </a:ext>
            </a:extLst>
          </p:cNvPr>
          <p:cNvSpPr/>
          <p:nvPr userDrawn="1"/>
        </p:nvSpPr>
        <p:spPr>
          <a:xfrm>
            <a:off x="-1223128" y="4968706"/>
            <a:ext cx="971284" cy="339565"/>
          </a:xfrm>
          <a:prstGeom prst="rect">
            <a:avLst/>
          </a:prstGeom>
          <a:solidFill>
            <a:srgbClr val="9326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9" name="Rectangle 42">
            <a:extLst>
              <a:ext uri="{FF2B5EF4-FFF2-40B4-BE49-F238E27FC236}">
                <a16:creationId xmlns:a16="http://schemas.microsoft.com/office/drawing/2014/main" id="{8E36CB0D-A61E-FF44-A8D7-A75431F0F502}"/>
              </a:ext>
            </a:extLst>
          </p:cNvPr>
          <p:cNvSpPr/>
          <p:nvPr userDrawn="1"/>
        </p:nvSpPr>
        <p:spPr>
          <a:xfrm>
            <a:off x="-1223129" y="6202532"/>
            <a:ext cx="971284" cy="331508"/>
          </a:xfrm>
          <a:prstGeom prst="rect">
            <a:avLst/>
          </a:prstGeom>
          <a:solidFill>
            <a:srgbClr val="E6BA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0" name="Rectangle 43">
            <a:extLst>
              <a:ext uri="{FF2B5EF4-FFF2-40B4-BE49-F238E27FC236}">
                <a16:creationId xmlns:a16="http://schemas.microsoft.com/office/drawing/2014/main" id="{5599E8A9-52F6-2C4B-B865-ECCDC97AF81E}"/>
              </a:ext>
            </a:extLst>
          </p:cNvPr>
          <p:cNvSpPr/>
          <p:nvPr userDrawn="1"/>
        </p:nvSpPr>
        <p:spPr>
          <a:xfrm>
            <a:off x="-1223129" y="5798493"/>
            <a:ext cx="971284" cy="316119"/>
          </a:xfrm>
          <a:prstGeom prst="rect">
            <a:avLst/>
          </a:prstGeom>
          <a:solidFill>
            <a:srgbClr val="EC7C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DD083B4-3DD7-664D-8B55-50C05E3507C3}"/>
              </a:ext>
            </a:extLst>
          </p:cNvPr>
          <p:cNvSpPr txBox="1"/>
          <p:nvPr userDrawn="1"/>
        </p:nvSpPr>
        <p:spPr>
          <a:xfrm>
            <a:off x="787969" y="6386688"/>
            <a:ext cx="378534" cy="24622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just"/>
            <a:r>
              <a:rPr lang="hr-HR" sz="50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Century Gothic" charset="0"/>
                <a:ea typeface="Century Gothic" charset="0"/>
                <a:cs typeface="Century Gothic" charset="0"/>
              </a:rPr>
              <a:t>ТМХ</a:t>
            </a:r>
          </a:p>
          <a:p>
            <a:pPr algn="just"/>
            <a:r>
              <a:rPr lang="en-US" sz="450" spc="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Century Gothic" charset="0"/>
                <a:ea typeface="Century Gothic" charset="0"/>
                <a:cs typeface="Century Gothic" charset="0"/>
              </a:rPr>
              <a:t>20</a:t>
            </a:r>
            <a:r>
              <a:rPr lang="ru-RU" sz="450" spc="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Century Gothic" charset="0"/>
                <a:ea typeface="Century Gothic" charset="0"/>
                <a:cs typeface="Century Gothic" charset="0"/>
              </a:rPr>
              <a:t>19</a:t>
            </a:r>
            <a:endParaRPr lang="hr-HR" sz="450" spc="0" baseline="0" dirty="0">
              <a:solidFill>
                <a:schemeClr val="tx1">
                  <a:lumMod val="50000"/>
                  <a:lumOff val="50000"/>
                </a:schemeClr>
              </a:solidFill>
              <a:latin typeface="Century Gothic" charset="0"/>
              <a:ea typeface="Century Gothic" charset="0"/>
              <a:cs typeface="Century Gothic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7788A43-4829-DB44-8C86-640FEA163FBA}"/>
              </a:ext>
            </a:extLst>
          </p:cNvPr>
          <p:cNvSpPr txBox="1"/>
          <p:nvPr userDrawn="1"/>
        </p:nvSpPr>
        <p:spPr>
          <a:xfrm>
            <a:off x="457716" y="6350944"/>
            <a:ext cx="4198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/>
            <a:fld id="{E4CAEAF2-6028-264D-AE0C-6A7A3A188EF7}" type="slidenum">
              <a:rPr lang="en-US" sz="1400" b="0" i="0" baseline="0" smtClean="0">
                <a:solidFill>
                  <a:srgbClr val="0058A6"/>
                </a:solidFill>
                <a:latin typeface="Century Gothic" charset="0"/>
                <a:ea typeface="Century Gothic" charset="0"/>
                <a:cs typeface="Century Gothic" charset="0"/>
              </a:rPr>
              <a:t>‹#›</a:t>
            </a:fld>
            <a:endParaRPr lang="hr-HR" sz="1400" b="0" i="0" baseline="0" dirty="0">
              <a:solidFill>
                <a:schemeClr val="tx1">
                  <a:lumMod val="50000"/>
                  <a:lumOff val="50000"/>
                </a:schemeClr>
              </a:solidFill>
              <a:latin typeface="Century Gothic" charset="0"/>
              <a:ea typeface="Century Gothic" charset="0"/>
              <a:cs typeface="Century Gothic" charset="0"/>
            </a:endParaRP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8355E75C-41B3-E045-9E86-941C58D86A20}"/>
              </a:ext>
            </a:extLst>
          </p:cNvPr>
          <p:cNvCxnSpPr>
            <a:cxnSpLocks/>
          </p:cNvCxnSpPr>
          <p:nvPr userDrawn="1"/>
        </p:nvCxnSpPr>
        <p:spPr>
          <a:xfrm>
            <a:off x="817293" y="6438900"/>
            <a:ext cx="0" cy="130175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2C20698A-171B-CD43-AC9D-A58E1B7480D2}"/>
              </a:ext>
            </a:extLst>
          </p:cNvPr>
          <p:cNvCxnSpPr>
            <a:cxnSpLocks/>
          </p:cNvCxnSpPr>
          <p:nvPr userDrawn="1"/>
        </p:nvCxnSpPr>
        <p:spPr>
          <a:xfrm>
            <a:off x="1055440" y="6438900"/>
            <a:ext cx="0" cy="130175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" name="Colontitul">
            <a:extLst>
              <a:ext uri="{FF2B5EF4-FFF2-40B4-BE49-F238E27FC236}">
                <a16:creationId xmlns:a16="http://schemas.microsoft.com/office/drawing/2014/main" id="{EEACF66A-8C4B-0041-8759-D9C5A30D830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24094" y="0"/>
            <a:ext cx="9620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528773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amed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B4CF08AF-618C-1B4A-BD46-E9B78233DC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1255" y="453156"/>
            <a:ext cx="5708164" cy="788503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ru-RU" sz="2000" kern="1200" spc="300" dirty="0">
                <a:solidFill>
                  <a:schemeClr val="tx1"/>
                </a:solidFill>
                <a:latin typeface="Century Gothic" charset="0"/>
                <a:ea typeface="Century Gothic" charset="0"/>
                <a:cs typeface="Century Gothic" charset="0"/>
              </a:defRPr>
            </a:lvl1pPr>
          </a:lstStyle>
          <a:p>
            <a:r>
              <a:rPr lang="ru-RU" dirty="0"/>
              <a:t>ЗАГОЛОВОК 1 / КОЛОНТИТУЛ</a:t>
            </a:r>
          </a:p>
        </p:txBody>
      </p:sp>
      <p:pic>
        <p:nvPicPr>
          <p:cNvPr id="15" name="Colontitul">
            <a:extLst>
              <a:ext uri="{FF2B5EF4-FFF2-40B4-BE49-F238E27FC236}">
                <a16:creationId xmlns:a16="http://schemas.microsoft.com/office/drawing/2014/main" id="{F80ADB0D-1031-F14E-AA27-6B0455B4CDA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29975" y="0"/>
            <a:ext cx="962025" cy="6858000"/>
          </a:xfrm>
          <a:prstGeom prst="rect">
            <a:avLst/>
          </a:prstGeo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179B79-5909-A24B-9966-D7E010AEFA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8" y="2106389"/>
            <a:ext cx="4452937" cy="597171"/>
          </a:xfrm>
          <a:prstGeom prst="roundRect">
            <a:avLst/>
          </a:prstGeom>
          <a:solidFill>
            <a:srgbClr val="76CFF5"/>
          </a:solidFill>
          <a:ln>
            <a:noFill/>
          </a:ln>
          <a:effectLst>
            <a:softEdge rad="0"/>
          </a:effectLst>
        </p:spPr>
        <p:txBody>
          <a:bodyPr anchor="ctr"/>
          <a:lstStyle>
            <a:lvl1pPr marL="144000" indent="0" algn="l" defTabSz="914400" rtl="0" eaLnBrk="1" latinLnBrk="1" hangingPunct="1">
              <a:spcBef>
                <a:spcPts val="600"/>
              </a:spcBef>
              <a:spcAft>
                <a:spcPts val="600"/>
              </a:spcAft>
              <a:buFontTx/>
              <a:buNone/>
              <a:defRPr lang="en-US" sz="1400" b="1" kern="1200" dirty="0" smtClean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1pPr>
            <a:lvl2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en-US" sz="1400" b="1" kern="1200" dirty="0" smtClean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2pPr>
            <a:lvl3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en-US" sz="1400" b="1" kern="1200" dirty="0" smtClean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3pPr>
            <a:lvl4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en-US" sz="1400" b="1" kern="1200" dirty="0" smtClean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4pPr>
            <a:lvl5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ru-RU" sz="1400" b="1" kern="1200" dirty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5pPr>
          </a:lstStyle>
          <a:p>
            <a:pPr lvl="0"/>
            <a:r>
              <a:rPr lang="ru-RU" dirty="0"/>
              <a:t>Текст текст текст текст текст текст 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EEC5E2A7-05F6-4B45-9199-52BB8707D7D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15938" y="2828804"/>
            <a:ext cx="4452937" cy="597171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softEdge rad="0"/>
          </a:effectLst>
        </p:spPr>
        <p:txBody>
          <a:bodyPr anchor="ctr"/>
          <a:lstStyle>
            <a:lvl1pPr marL="144000" indent="0" algn="l" defTabSz="914400" rtl="0" eaLnBrk="1" latinLnBrk="1" hangingPunct="1">
              <a:spcBef>
                <a:spcPts val="600"/>
              </a:spcBef>
              <a:spcAft>
                <a:spcPts val="600"/>
              </a:spcAft>
              <a:buFontTx/>
              <a:buNone/>
              <a:defRPr lang="en-US" sz="1400" b="0" kern="1200" dirty="0" smtClean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1pPr>
            <a:lvl2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en-US" sz="1400" b="1" kern="1200" dirty="0" smtClean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2pPr>
            <a:lvl3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en-US" sz="1400" b="1" kern="1200" dirty="0" smtClean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3pPr>
            <a:lvl4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en-US" sz="1400" b="1" kern="1200" dirty="0" smtClean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4pPr>
            <a:lvl5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ru-RU" sz="1400" b="1" kern="1200" dirty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5pPr>
          </a:lstStyle>
          <a:p>
            <a:pPr lvl="0"/>
            <a:r>
              <a:rPr lang="ru-RU" dirty="0"/>
              <a:t>Текст текст текст текст текст текст 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96E6850B-6EB7-E647-8DC9-FA355AEB167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15938" y="3551219"/>
            <a:ext cx="4452937" cy="597171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softEdge rad="0"/>
          </a:effectLst>
        </p:spPr>
        <p:txBody>
          <a:bodyPr anchor="ctr"/>
          <a:lstStyle>
            <a:lvl1pPr marL="144000" indent="0" algn="l" defTabSz="914400" rtl="0" eaLnBrk="1" latinLnBrk="1" hangingPunct="1">
              <a:spcBef>
                <a:spcPts val="600"/>
              </a:spcBef>
              <a:spcAft>
                <a:spcPts val="600"/>
              </a:spcAft>
              <a:buFontTx/>
              <a:buNone/>
              <a:defRPr lang="en-US" sz="1400" b="0" kern="1200" dirty="0" smtClean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1pPr>
            <a:lvl2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en-US" sz="1400" b="1" kern="1200" dirty="0" smtClean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2pPr>
            <a:lvl3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en-US" sz="1400" b="1" kern="1200" dirty="0" smtClean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3pPr>
            <a:lvl4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en-US" sz="1400" b="1" kern="1200" dirty="0" smtClean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4pPr>
            <a:lvl5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ru-RU" sz="1400" b="1" kern="1200" dirty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5pPr>
          </a:lstStyle>
          <a:p>
            <a:pPr lvl="0"/>
            <a:r>
              <a:rPr lang="ru-RU" dirty="0"/>
              <a:t>Текст текст текст текст текст текст текст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7F4EE981-B21C-5244-A51A-62D9C26B49C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5938" y="4273634"/>
            <a:ext cx="4452937" cy="597171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softEdge rad="0"/>
          </a:effectLst>
        </p:spPr>
        <p:txBody>
          <a:bodyPr anchor="ctr"/>
          <a:lstStyle>
            <a:lvl1pPr marL="144000" indent="0" algn="l" defTabSz="914400" rtl="0" eaLnBrk="1" latinLnBrk="1" hangingPunct="1">
              <a:spcBef>
                <a:spcPts val="600"/>
              </a:spcBef>
              <a:spcAft>
                <a:spcPts val="600"/>
              </a:spcAft>
              <a:buFontTx/>
              <a:buNone/>
              <a:defRPr lang="en-US" sz="1400" b="0" kern="1200" dirty="0" smtClean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1pPr>
            <a:lvl2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en-US" sz="1400" b="1" kern="1200" dirty="0" smtClean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2pPr>
            <a:lvl3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en-US" sz="1400" b="1" kern="1200" dirty="0" smtClean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3pPr>
            <a:lvl4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en-US" sz="1400" b="1" kern="1200" dirty="0" smtClean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4pPr>
            <a:lvl5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ru-RU" sz="1400" b="1" kern="1200" dirty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5pPr>
          </a:lstStyle>
          <a:p>
            <a:pPr lvl="0"/>
            <a:r>
              <a:rPr lang="ru-RU" dirty="0"/>
              <a:t>Текст текст текст текст текст текст текст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044EE757-833D-D549-B8DC-90368361CD3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8" y="4996049"/>
            <a:ext cx="4452937" cy="597171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softEdge rad="0"/>
          </a:effectLst>
        </p:spPr>
        <p:txBody>
          <a:bodyPr anchor="ctr"/>
          <a:lstStyle>
            <a:lvl1pPr marL="144000" indent="0" algn="l" defTabSz="914400" rtl="0" eaLnBrk="1" latinLnBrk="1" hangingPunct="1">
              <a:spcBef>
                <a:spcPts val="600"/>
              </a:spcBef>
              <a:spcAft>
                <a:spcPts val="600"/>
              </a:spcAft>
              <a:buFontTx/>
              <a:buNone/>
              <a:defRPr lang="en-US" sz="1400" b="0" kern="1200" dirty="0" smtClean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1pPr>
            <a:lvl2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en-US" sz="1400" b="1" kern="1200" dirty="0" smtClean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2pPr>
            <a:lvl3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en-US" sz="1400" b="1" kern="1200" dirty="0" smtClean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3pPr>
            <a:lvl4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en-US" sz="1400" b="1" kern="1200" dirty="0" smtClean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4pPr>
            <a:lvl5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ru-RU" sz="1400" b="1" kern="1200" dirty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5pPr>
          </a:lstStyle>
          <a:p>
            <a:pPr lvl="0"/>
            <a:r>
              <a:rPr lang="ru-RU" dirty="0"/>
              <a:t>Текст текст текст текст текст текст 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B8A34287-6AE0-D24F-A6ED-8EBCC3983D4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08425" y="2106389"/>
            <a:ext cx="4973850" cy="597171"/>
          </a:xfrm>
          <a:prstGeom prst="roundRect">
            <a:avLst/>
          </a:prstGeom>
          <a:solidFill>
            <a:srgbClr val="0058A6"/>
          </a:solidFill>
          <a:ln>
            <a:noFill/>
          </a:ln>
          <a:effectLst>
            <a:softEdge rad="0"/>
          </a:effectLst>
        </p:spPr>
        <p:txBody>
          <a:bodyPr anchor="ctr"/>
          <a:lstStyle>
            <a:lvl1pPr marL="0" indent="0" algn="ctr" defTabSz="914400" rtl="0" eaLnBrk="1" latinLnBrk="1" hangingPunct="1">
              <a:spcBef>
                <a:spcPts val="600"/>
              </a:spcBef>
              <a:spcAft>
                <a:spcPts val="600"/>
              </a:spcAft>
              <a:buFontTx/>
              <a:buNone/>
              <a:defRPr lang="en-US" sz="2000" b="1" kern="1200" spc="300" dirty="0" smtClean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1pPr>
            <a:lvl2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en-US" sz="1400" b="1" kern="1200" dirty="0" smtClean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2pPr>
            <a:lvl3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en-US" sz="1400" b="1" kern="1200" dirty="0" smtClean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3pPr>
            <a:lvl4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en-US" sz="1400" b="1" kern="1200" dirty="0" smtClean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4pPr>
            <a:lvl5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ru-RU" sz="1400" b="1" kern="1200" dirty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5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99161745-B843-3E40-AC77-E78CE267E0A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708426" y="2828804"/>
            <a:ext cx="2466745" cy="597171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>
            <a:softEdge rad="0"/>
          </a:effectLst>
        </p:spPr>
        <p:txBody>
          <a:bodyPr anchor="ctr"/>
          <a:lstStyle>
            <a:lvl1pPr marL="0" indent="0" algn="ctr" defTabSz="914400" rtl="0" eaLnBrk="1" latinLnBrk="1" hangingPunct="1">
              <a:spcBef>
                <a:spcPts val="600"/>
              </a:spcBef>
              <a:spcAft>
                <a:spcPts val="600"/>
              </a:spcAft>
              <a:buFontTx/>
              <a:buNone/>
              <a:defRPr lang="ru-RU" sz="1200" b="1" kern="1200" dirty="0">
                <a:solidFill>
                  <a:srgbClr val="FFFFFF"/>
                </a:solidFill>
                <a:latin typeface="Century Gothic" charset="0"/>
                <a:ea typeface="+mn-ea"/>
                <a:cs typeface="+mn-cs"/>
              </a:defRPr>
            </a:lvl1pPr>
            <a:lvl2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en-US" sz="1400" b="1" kern="1200" dirty="0" smtClean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2pPr>
            <a:lvl3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en-US" sz="1400" b="1" kern="1200" dirty="0" smtClean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3pPr>
            <a:lvl4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en-US" sz="1400" b="1" kern="1200" dirty="0" smtClean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4pPr>
            <a:lvl5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ru-RU" sz="1400" b="1" kern="1200" dirty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5pPr>
          </a:lstStyle>
          <a:p>
            <a:pPr lvl="0"/>
            <a:r>
              <a:rPr lang="ru-RU" dirty="0"/>
              <a:t>Текст текст текст 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2359AA85-82A1-E74F-AAEB-C4B3545D073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316686" y="2828803"/>
            <a:ext cx="2365587" cy="597171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softEdge rad="0"/>
          </a:effectLst>
        </p:spPr>
        <p:txBody>
          <a:bodyPr anchor="ctr"/>
          <a:lstStyle>
            <a:lvl1pPr marL="0" indent="0" algn="ctr" defTabSz="914400" rtl="0" eaLnBrk="1" latinLnBrk="1" hangingPunct="1">
              <a:spcBef>
                <a:spcPts val="600"/>
              </a:spcBef>
              <a:spcAft>
                <a:spcPts val="600"/>
              </a:spcAft>
              <a:buFontTx/>
              <a:buNone/>
              <a:defRPr lang="ru-RU" sz="1200" b="0" kern="1200" dirty="0">
                <a:solidFill>
                  <a:schemeClr val="tx1">
                    <a:lumMod val="95000"/>
                    <a:lumOff val="5000"/>
                  </a:schemeClr>
                </a:solidFill>
                <a:latin typeface="Century Gothic" charset="0"/>
                <a:ea typeface="+mn-ea"/>
                <a:cs typeface="+mn-cs"/>
              </a:defRPr>
            </a:lvl1pPr>
            <a:lvl2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en-US" sz="1400" b="1" kern="1200" dirty="0" smtClean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2pPr>
            <a:lvl3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en-US" sz="1400" b="1" kern="1200" dirty="0" smtClean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3pPr>
            <a:lvl4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en-US" sz="1400" b="1" kern="1200" dirty="0" smtClean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4pPr>
            <a:lvl5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ru-RU" sz="1400" b="1" kern="1200" dirty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5pPr>
          </a:lstStyle>
          <a:p>
            <a:pPr lvl="0"/>
            <a:r>
              <a:rPr lang="ru-RU" dirty="0"/>
              <a:t>Текст текст текст текст</a:t>
            </a:r>
            <a:br>
              <a:rPr lang="ru-RU" dirty="0"/>
            </a:br>
            <a:r>
              <a:rPr lang="ru-RU" dirty="0"/>
              <a:t>текст текст текст</a:t>
            </a:r>
          </a:p>
        </p:txBody>
      </p:sp>
      <p:sp>
        <p:nvSpPr>
          <p:cNvPr id="19" name="Rectangle 22">
            <a:extLst>
              <a:ext uri="{FF2B5EF4-FFF2-40B4-BE49-F238E27FC236}">
                <a16:creationId xmlns:a16="http://schemas.microsoft.com/office/drawing/2014/main" id="{F778272A-3166-E94C-BFDB-83D07288E71A}"/>
              </a:ext>
            </a:extLst>
          </p:cNvPr>
          <p:cNvSpPr/>
          <p:nvPr userDrawn="1"/>
        </p:nvSpPr>
        <p:spPr>
          <a:xfrm>
            <a:off x="-1223129" y="0"/>
            <a:ext cx="429313" cy="472615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E6BAB9"/>
              </a:solidFill>
            </a:endParaRPr>
          </a:p>
        </p:txBody>
      </p:sp>
      <p:sp>
        <p:nvSpPr>
          <p:cNvPr id="21" name="Rectangle 23">
            <a:extLst>
              <a:ext uri="{FF2B5EF4-FFF2-40B4-BE49-F238E27FC236}">
                <a16:creationId xmlns:a16="http://schemas.microsoft.com/office/drawing/2014/main" id="{54B5A7AA-0B8B-F049-AB60-B3F8431C3436}"/>
              </a:ext>
            </a:extLst>
          </p:cNvPr>
          <p:cNvSpPr/>
          <p:nvPr userDrawn="1"/>
        </p:nvSpPr>
        <p:spPr>
          <a:xfrm>
            <a:off x="-1223129" y="527900"/>
            <a:ext cx="429313" cy="472615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3" name="Rectangle 24">
            <a:extLst>
              <a:ext uri="{FF2B5EF4-FFF2-40B4-BE49-F238E27FC236}">
                <a16:creationId xmlns:a16="http://schemas.microsoft.com/office/drawing/2014/main" id="{8B3F2759-0656-3946-A401-E9562D169BC9}"/>
              </a:ext>
            </a:extLst>
          </p:cNvPr>
          <p:cNvSpPr/>
          <p:nvPr userDrawn="1"/>
        </p:nvSpPr>
        <p:spPr>
          <a:xfrm>
            <a:off x="-1223129" y="1046881"/>
            <a:ext cx="429313" cy="472615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6F0B3AD-C081-5A4A-B544-3FE7B38811DF}"/>
              </a:ext>
            </a:extLst>
          </p:cNvPr>
          <p:cNvSpPr/>
          <p:nvPr userDrawn="1"/>
        </p:nvSpPr>
        <p:spPr>
          <a:xfrm>
            <a:off x="-695669" y="-16402"/>
            <a:ext cx="429313" cy="47261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1F7F256-D70D-6140-93D0-FD1BFB16F86A}"/>
              </a:ext>
            </a:extLst>
          </p:cNvPr>
          <p:cNvSpPr/>
          <p:nvPr userDrawn="1"/>
        </p:nvSpPr>
        <p:spPr>
          <a:xfrm>
            <a:off x="-695669" y="520926"/>
            <a:ext cx="429313" cy="47261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BC79A27-E8A7-8B4B-9C19-74D369FC9D95}"/>
              </a:ext>
            </a:extLst>
          </p:cNvPr>
          <p:cNvSpPr/>
          <p:nvPr userDrawn="1"/>
        </p:nvSpPr>
        <p:spPr>
          <a:xfrm>
            <a:off x="-695669" y="1058254"/>
            <a:ext cx="429313" cy="47261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9" name="Rectangle 35">
            <a:extLst>
              <a:ext uri="{FF2B5EF4-FFF2-40B4-BE49-F238E27FC236}">
                <a16:creationId xmlns:a16="http://schemas.microsoft.com/office/drawing/2014/main" id="{31C09DD8-3C50-3A4F-84D9-C80C4EEEDD02}"/>
              </a:ext>
            </a:extLst>
          </p:cNvPr>
          <p:cNvSpPr/>
          <p:nvPr userDrawn="1"/>
        </p:nvSpPr>
        <p:spPr>
          <a:xfrm>
            <a:off x="-1223129" y="1618862"/>
            <a:ext cx="429313" cy="1410944"/>
          </a:xfrm>
          <a:prstGeom prst="rect">
            <a:avLst/>
          </a:prstGeom>
          <a:solidFill>
            <a:srgbClr val="66CEF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0" name="Rectangle 36">
            <a:extLst>
              <a:ext uri="{FF2B5EF4-FFF2-40B4-BE49-F238E27FC236}">
                <a16:creationId xmlns:a16="http://schemas.microsoft.com/office/drawing/2014/main" id="{A8D81C01-D2DA-BA48-A156-2F40C13203E6}"/>
              </a:ext>
            </a:extLst>
          </p:cNvPr>
          <p:cNvSpPr/>
          <p:nvPr userDrawn="1"/>
        </p:nvSpPr>
        <p:spPr>
          <a:xfrm>
            <a:off x="-1232654" y="3105991"/>
            <a:ext cx="429313" cy="1372056"/>
          </a:xfrm>
          <a:prstGeom prst="rect">
            <a:avLst/>
          </a:prstGeom>
          <a:solidFill>
            <a:srgbClr val="0058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1" name="Rectangle 41">
            <a:extLst>
              <a:ext uri="{FF2B5EF4-FFF2-40B4-BE49-F238E27FC236}">
                <a16:creationId xmlns:a16="http://schemas.microsoft.com/office/drawing/2014/main" id="{74904346-2C0C-9E41-B4BE-953E281C90BF}"/>
              </a:ext>
            </a:extLst>
          </p:cNvPr>
          <p:cNvSpPr/>
          <p:nvPr userDrawn="1"/>
        </p:nvSpPr>
        <p:spPr>
          <a:xfrm>
            <a:off x="-680456" y="2613312"/>
            <a:ext cx="433494" cy="406562"/>
          </a:xfrm>
          <a:prstGeom prst="rect">
            <a:avLst/>
          </a:prstGeom>
          <a:solidFill>
            <a:srgbClr val="66CEF6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2" name="Rectangle 48">
            <a:extLst>
              <a:ext uri="{FF2B5EF4-FFF2-40B4-BE49-F238E27FC236}">
                <a16:creationId xmlns:a16="http://schemas.microsoft.com/office/drawing/2014/main" id="{AC7B0741-F546-0F42-99AB-75D2DC44F07C}"/>
              </a:ext>
            </a:extLst>
          </p:cNvPr>
          <p:cNvSpPr/>
          <p:nvPr userDrawn="1"/>
        </p:nvSpPr>
        <p:spPr>
          <a:xfrm>
            <a:off x="-680456" y="1618862"/>
            <a:ext cx="433494" cy="406562"/>
          </a:xfrm>
          <a:prstGeom prst="rect">
            <a:avLst/>
          </a:prstGeom>
          <a:solidFill>
            <a:srgbClr val="66CEF6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3" name="Rectangle 49">
            <a:extLst>
              <a:ext uri="{FF2B5EF4-FFF2-40B4-BE49-F238E27FC236}">
                <a16:creationId xmlns:a16="http://schemas.microsoft.com/office/drawing/2014/main" id="{E3D93425-2BCF-7B4D-9762-264D7756812B}"/>
              </a:ext>
            </a:extLst>
          </p:cNvPr>
          <p:cNvSpPr/>
          <p:nvPr userDrawn="1"/>
        </p:nvSpPr>
        <p:spPr>
          <a:xfrm>
            <a:off x="-680456" y="2101609"/>
            <a:ext cx="433494" cy="434683"/>
          </a:xfrm>
          <a:prstGeom prst="rect">
            <a:avLst/>
          </a:prstGeom>
          <a:solidFill>
            <a:srgbClr val="66CEF6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4" name="Rectangle 50">
            <a:extLst>
              <a:ext uri="{FF2B5EF4-FFF2-40B4-BE49-F238E27FC236}">
                <a16:creationId xmlns:a16="http://schemas.microsoft.com/office/drawing/2014/main" id="{9F4B16F5-5E56-DD4B-AB9F-3ACE19E116C8}"/>
              </a:ext>
            </a:extLst>
          </p:cNvPr>
          <p:cNvSpPr/>
          <p:nvPr userDrawn="1"/>
        </p:nvSpPr>
        <p:spPr>
          <a:xfrm>
            <a:off x="-683472" y="4071485"/>
            <a:ext cx="433494" cy="406562"/>
          </a:xfrm>
          <a:prstGeom prst="rect">
            <a:avLst/>
          </a:prstGeom>
          <a:solidFill>
            <a:srgbClr val="0058A6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5" name="Rectangle 51">
            <a:extLst>
              <a:ext uri="{FF2B5EF4-FFF2-40B4-BE49-F238E27FC236}">
                <a16:creationId xmlns:a16="http://schemas.microsoft.com/office/drawing/2014/main" id="{05C90F67-9FE0-6D45-917E-B5D7B29BBE11}"/>
              </a:ext>
            </a:extLst>
          </p:cNvPr>
          <p:cNvSpPr/>
          <p:nvPr userDrawn="1"/>
        </p:nvSpPr>
        <p:spPr>
          <a:xfrm>
            <a:off x="-683472" y="3105991"/>
            <a:ext cx="433494" cy="406562"/>
          </a:xfrm>
          <a:prstGeom prst="rect">
            <a:avLst/>
          </a:prstGeom>
          <a:solidFill>
            <a:srgbClr val="0058A6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6" name="Rectangle 52">
            <a:extLst>
              <a:ext uri="{FF2B5EF4-FFF2-40B4-BE49-F238E27FC236}">
                <a16:creationId xmlns:a16="http://schemas.microsoft.com/office/drawing/2014/main" id="{8BB8D423-1CA3-D541-83F6-532A0434C8D2}"/>
              </a:ext>
            </a:extLst>
          </p:cNvPr>
          <p:cNvSpPr/>
          <p:nvPr userDrawn="1"/>
        </p:nvSpPr>
        <p:spPr>
          <a:xfrm>
            <a:off x="-683472" y="3588738"/>
            <a:ext cx="433494" cy="406562"/>
          </a:xfrm>
          <a:prstGeom prst="rect">
            <a:avLst/>
          </a:prstGeom>
          <a:solidFill>
            <a:srgbClr val="0058A6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Rectangle 38">
            <a:extLst>
              <a:ext uri="{FF2B5EF4-FFF2-40B4-BE49-F238E27FC236}">
                <a16:creationId xmlns:a16="http://schemas.microsoft.com/office/drawing/2014/main" id="{7A80B5B9-591C-C548-9735-58F9EBADAA90}"/>
              </a:ext>
            </a:extLst>
          </p:cNvPr>
          <p:cNvSpPr/>
          <p:nvPr userDrawn="1"/>
        </p:nvSpPr>
        <p:spPr>
          <a:xfrm>
            <a:off x="-1223128" y="5387054"/>
            <a:ext cx="971284" cy="317598"/>
          </a:xfrm>
          <a:prstGeom prst="rect">
            <a:avLst/>
          </a:prstGeom>
          <a:solidFill>
            <a:srgbClr val="2095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8" name="Rectangle 39">
            <a:extLst>
              <a:ext uri="{FF2B5EF4-FFF2-40B4-BE49-F238E27FC236}">
                <a16:creationId xmlns:a16="http://schemas.microsoft.com/office/drawing/2014/main" id="{EF64E4A9-322E-3F44-83D7-5898DDCF4843}"/>
              </a:ext>
            </a:extLst>
          </p:cNvPr>
          <p:cNvSpPr/>
          <p:nvPr userDrawn="1"/>
        </p:nvSpPr>
        <p:spPr>
          <a:xfrm>
            <a:off x="-1218245" y="4564164"/>
            <a:ext cx="971284" cy="317598"/>
          </a:xfrm>
          <a:prstGeom prst="rect">
            <a:avLst/>
          </a:prstGeom>
          <a:solidFill>
            <a:srgbClr val="DBE0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9" name="Rectangle 40">
            <a:extLst>
              <a:ext uri="{FF2B5EF4-FFF2-40B4-BE49-F238E27FC236}">
                <a16:creationId xmlns:a16="http://schemas.microsoft.com/office/drawing/2014/main" id="{527C88CA-FD9D-DE4A-8B91-9C9A96B1C178}"/>
              </a:ext>
            </a:extLst>
          </p:cNvPr>
          <p:cNvSpPr/>
          <p:nvPr userDrawn="1"/>
        </p:nvSpPr>
        <p:spPr>
          <a:xfrm>
            <a:off x="-1223128" y="4968706"/>
            <a:ext cx="971284" cy="339565"/>
          </a:xfrm>
          <a:prstGeom prst="rect">
            <a:avLst/>
          </a:prstGeom>
          <a:solidFill>
            <a:srgbClr val="9326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40" name="Rectangle 42">
            <a:extLst>
              <a:ext uri="{FF2B5EF4-FFF2-40B4-BE49-F238E27FC236}">
                <a16:creationId xmlns:a16="http://schemas.microsoft.com/office/drawing/2014/main" id="{8E36CB0D-A61E-FF44-A8D7-A75431F0F502}"/>
              </a:ext>
            </a:extLst>
          </p:cNvPr>
          <p:cNvSpPr/>
          <p:nvPr userDrawn="1"/>
        </p:nvSpPr>
        <p:spPr>
          <a:xfrm>
            <a:off x="-1223129" y="6202532"/>
            <a:ext cx="971284" cy="331508"/>
          </a:xfrm>
          <a:prstGeom prst="rect">
            <a:avLst/>
          </a:prstGeom>
          <a:solidFill>
            <a:srgbClr val="E6BA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41" name="Rectangle 43">
            <a:extLst>
              <a:ext uri="{FF2B5EF4-FFF2-40B4-BE49-F238E27FC236}">
                <a16:creationId xmlns:a16="http://schemas.microsoft.com/office/drawing/2014/main" id="{5599E8A9-52F6-2C4B-B865-ECCDC97AF81E}"/>
              </a:ext>
            </a:extLst>
          </p:cNvPr>
          <p:cNvSpPr/>
          <p:nvPr userDrawn="1"/>
        </p:nvSpPr>
        <p:spPr>
          <a:xfrm>
            <a:off x="-1223129" y="5798493"/>
            <a:ext cx="971284" cy="316119"/>
          </a:xfrm>
          <a:prstGeom prst="rect">
            <a:avLst/>
          </a:prstGeom>
          <a:solidFill>
            <a:srgbClr val="EC7C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BCE53A2-D73F-3A47-82E7-13CDAA6B4E7C}"/>
              </a:ext>
            </a:extLst>
          </p:cNvPr>
          <p:cNvSpPr txBox="1"/>
          <p:nvPr userDrawn="1"/>
        </p:nvSpPr>
        <p:spPr>
          <a:xfrm>
            <a:off x="787969" y="6386688"/>
            <a:ext cx="378534" cy="24622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just"/>
            <a:r>
              <a:rPr lang="hr-HR" sz="50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Century Gothic" charset="0"/>
                <a:ea typeface="Century Gothic" charset="0"/>
                <a:cs typeface="Century Gothic" charset="0"/>
              </a:rPr>
              <a:t>ТМХ</a:t>
            </a:r>
          </a:p>
          <a:p>
            <a:pPr algn="just"/>
            <a:r>
              <a:rPr lang="en-US" sz="450" spc="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Century Gothic" charset="0"/>
                <a:ea typeface="Century Gothic" charset="0"/>
                <a:cs typeface="Century Gothic" charset="0"/>
              </a:rPr>
              <a:t>20</a:t>
            </a:r>
            <a:r>
              <a:rPr lang="ru-RU" sz="450" spc="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Century Gothic" charset="0"/>
                <a:ea typeface="Century Gothic" charset="0"/>
                <a:cs typeface="Century Gothic" charset="0"/>
              </a:rPr>
              <a:t>19</a:t>
            </a:r>
            <a:endParaRPr lang="hr-HR" sz="450" spc="0" baseline="0" dirty="0">
              <a:solidFill>
                <a:schemeClr val="tx1">
                  <a:lumMod val="50000"/>
                  <a:lumOff val="50000"/>
                </a:schemeClr>
              </a:solidFill>
              <a:latin typeface="Century Gothic" charset="0"/>
              <a:ea typeface="Century Gothic" charset="0"/>
              <a:cs typeface="Century Gothic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5B49F41-4A7B-CC40-A54C-371D743F4959}"/>
              </a:ext>
            </a:extLst>
          </p:cNvPr>
          <p:cNvSpPr txBox="1"/>
          <p:nvPr userDrawn="1"/>
        </p:nvSpPr>
        <p:spPr>
          <a:xfrm>
            <a:off x="457716" y="6350944"/>
            <a:ext cx="4198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/>
            <a:fld id="{E4CAEAF2-6028-264D-AE0C-6A7A3A188EF7}" type="slidenum">
              <a:rPr lang="en-US" sz="1400" b="0" i="0" baseline="0" smtClean="0">
                <a:solidFill>
                  <a:srgbClr val="0058A6"/>
                </a:solidFill>
                <a:latin typeface="Century Gothic" charset="0"/>
                <a:ea typeface="Century Gothic" charset="0"/>
                <a:cs typeface="Century Gothic" charset="0"/>
              </a:rPr>
              <a:t>‹#›</a:t>
            </a:fld>
            <a:endParaRPr lang="hr-HR" sz="1400" b="0" i="0" baseline="0" dirty="0">
              <a:solidFill>
                <a:schemeClr val="tx1">
                  <a:lumMod val="50000"/>
                  <a:lumOff val="50000"/>
                </a:schemeClr>
              </a:solidFill>
              <a:latin typeface="Century Gothic" charset="0"/>
              <a:ea typeface="Century Gothic" charset="0"/>
              <a:cs typeface="Century Gothic" charset="0"/>
            </a:endParaRP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D50E8F6B-8E4F-9D47-9062-F47363AC9331}"/>
              </a:ext>
            </a:extLst>
          </p:cNvPr>
          <p:cNvCxnSpPr>
            <a:cxnSpLocks/>
          </p:cNvCxnSpPr>
          <p:nvPr userDrawn="1"/>
        </p:nvCxnSpPr>
        <p:spPr>
          <a:xfrm>
            <a:off x="817293" y="6438900"/>
            <a:ext cx="0" cy="130175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6518F97-3141-814D-87F8-8D3EB0A2AF44}"/>
              </a:ext>
            </a:extLst>
          </p:cNvPr>
          <p:cNvCxnSpPr>
            <a:cxnSpLocks/>
          </p:cNvCxnSpPr>
          <p:nvPr userDrawn="1"/>
        </p:nvCxnSpPr>
        <p:spPr>
          <a:xfrm>
            <a:off x="1055440" y="6438900"/>
            <a:ext cx="0" cy="130175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944706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B4CF08AF-618C-1B4A-BD46-E9B78233DC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1255" y="453156"/>
            <a:ext cx="10326920" cy="788503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ru-RU" sz="2000" kern="1200" spc="300" dirty="0">
                <a:solidFill>
                  <a:schemeClr val="tx1"/>
                </a:solidFill>
                <a:latin typeface="Century Gothic" charset="0"/>
                <a:ea typeface="Century Gothic" charset="0"/>
                <a:cs typeface="Century Gothic" charset="0"/>
              </a:defRPr>
            </a:lvl1pPr>
          </a:lstStyle>
          <a:p>
            <a:r>
              <a:rPr lang="ru-RU" dirty="0"/>
              <a:t>ЗАГОЛОВОК 1 / КОЛОНТИТУЛ / ОФОРМЛЕНИЕ ТАБЛИЦ</a:t>
            </a:r>
          </a:p>
        </p:txBody>
      </p:sp>
      <p:pic>
        <p:nvPicPr>
          <p:cNvPr id="15" name="Colontitul">
            <a:extLst>
              <a:ext uri="{FF2B5EF4-FFF2-40B4-BE49-F238E27FC236}">
                <a16:creationId xmlns:a16="http://schemas.microsoft.com/office/drawing/2014/main" id="{F80ADB0D-1031-F14E-AA27-6B0455B4CDA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29975" y="0"/>
            <a:ext cx="962025" cy="6858000"/>
          </a:xfrm>
          <a:prstGeom prst="rect">
            <a:avLst/>
          </a:prstGeom>
        </p:spPr>
      </p:pic>
      <p:sp>
        <p:nvSpPr>
          <p:cNvPr id="6" name="Table Placeholder 5">
            <a:extLst>
              <a:ext uri="{FF2B5EF4-FFF2-40B4-BE49-F238E27FC236}">
                <a16:creationId xmlns:a16="http://schemas.microsoft.com/office/drawing/2014/main" id="{CD972A09-B22A-9C45-B8D4-3C9678A6E3CB}"/>
              </a:ext>
            </a:extLst>
          </p:cNvPr>
          <p:cNvSpPr>
            <a:spLocks noGrp="1"/>
          </p:cNvSpPr>
          <p:nvPr>
            <p:ph type="tbl" sz="quarter" idx="10" hasCustomPrompt="1"/>
          </p:nvPr>
        </p:nvSpPr>
        <p:spPr>
          <a:xfrm>
            <a:off x="471488" y="1622425"/>
            <a:ext cx="10326687" cy="424497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ru-RU" dirty="0"/>
              <a:t>Таблица</a:t>
            </a:r>
          </a:p>
        </p:txBody>
      </p:sp>
      <p:sp>
        <p:nvSpPr>
          <p:cNvPr id="9" name="Rectangle 22">
            <a:extLst>
              <a:ext uri="{FF2B5EF4-FFF2-40B4-BE49-F238E27FC236}">
                <a16:creationId xmlns:a16="http://schemas.microsoft.com/office/drawing/2014/main" id="{F778272A-3166-E94C-BFDB-83D07288E71A}"/>
              </a:ext>
            </a:extLst>
          </p:cNvPr>
          <p:cNvSpPr/>
          <p:nvPr userDrawn="1"/>
        </p:nvSpPr>
        <p:spPr>
          <a:xfrm>
            <a:off x="-1223129" y="0"/>
            <a:ext cx="429313" cy="472615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E6BAB9"/>
              </a:solidFill>
            </a:endParaRPr>
          </a:p>
        </p:txBody>
      </p:sp>
      <p:sp>
        <p:nvSpPr>
          <p:cNvPr id="10" name="Rectangle 23">
            <a:extLst>
              <a:ext uri="{FF2B5EF4-FFF2-40B4-BE49-F238E27FC236}">
                <a16:creationId xmlns:a16="http://schemas.microsoft.com/office/drawing/2014/main" id="{54B5A7AA-0B8B-F049-AB60-B3F8431C3436}"/>
              </a:ext>
            </a:extLst>
          </p:cNvPr>
          <p:cNvSpPr/>
          <p:nvPr userDrawn="1"/>
        </p:nvSpPr>
        <p:spPr>
          <a:xfrm>
            <a:off x="-1223129" y="527900"/>
            <a:ext cx="429313" cy="472615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2" name="Rectangle 24">
            <a:extLst>
              <a:ext uri="{FF2B5EF4-FFF2-40B4-BE49-F238E27FC236}">
                <a16:creationId xmlns:a16="http://schemas.microsoft.com/office/drawing/2014/main" id="{8B3F2759-0656-3946-A401-E9562D169BC9}"/>
              </a:ext>
            </a:extLst>
          </p:cNvPr>
          <p:cNvSpPr/>
          <p:nvPr userDrawn="1"/>
        </p:nvSpPr>
        <p:spPr>
          <a:xfrm>
            <a:off x="-1223129" y="1046881"/>
            <a:ext cx="429313" cy="472615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Rectangle 25">
            <a:extLst>
              <a:ext uri="{FF2B5EF4-FFF2-40B4-BE49-F238E27FC236}">
                <a16:creationId xmlns:a16="http://schemas.microsoft.com/office/drawing/2014/main" id="{C6F0B3AD-C081-5A4A-B544-3FE7B38811DF}"/>
              </a:ext>
            </a:extLst>
          </p:cNvPr>
          <p:cNvSpPr/>
          <p:nvPr userDrawn="1"/>
        </p:nvSpPr>
        <p:spPr>
          <a:xfrm>
            <a:off x="-695669" y="-16402"/>
            <a:ext cx="429313" cy="47261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Rectangle 26">
            <a:extLst>
              <a:ext uri="{FF2B5EF4-FFF2-40B4-BE49-F238E27FC236}">
                <a16:creationId xmlns:a16="http://schemas.microsoft.com/office/drawing/2014/main" id="{A1F7F256-D70D-6140-93D0-FD1BFB16F86A}"/>
              </a:ext>
            </a:extLst>
          </p:cNvPr>
          <p:cNvSpPr/>
          <p:nvPr userDrawn="1"/>
        </p:nvSpPr>
        <p:spPr>
          <a:xfrm>
            <a:off x="-695669" y="520926"/>
            <a:ext cx="429313" cy="47261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Rectangle 27">
            <a:extLst>
              <a:ext uri="{FF2B5EF4-FFF2-40B4-BE49-F238E27FC236}">
                <a16:creationId xmlns:a16="http://schemas.microsoft.com/office/drawing/2014/main" id="{DBC79A27-E8A7-8B4B-9C19-74D369FC9D95}"/>
              </a:ext>
            </a:extLst>
          </p:cNvPr>
          <p:cNvSpPr/>
          <p:nvPr userDrawn="1"/>
        </p:nvSpPr>
        <p:spPr>
          <a:xfrm>
            <a:off x="-695669" y="1058254"/>
            <a:ext cx="429313" cy="47261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Rectangle 35">
            <a:extLst>
              <a:ext uri="{FF2B5EF4-FFF2-40B4-BE49-F238E27FC236}">
                <a16:creationId xmlns:a16="http://schemas.microsoft.com/office/drawing/2014/main" id="{31C09DD8-3C50-3A4F-84D9-C80C4EEEDD02}"/>
              </a:ext>
            </a:extLst>
          </p:cNvPr>
          <p:cNvSpPr/>
          <p:nvPr userDrawn="1"/>
        </p:nvSpPr>
        <p:spPr>
          <a:xfrm>
            <a:off x="-1223129" y="1618862"/>
            <a:ext cx="429313" cy="1410944"/>
          </a:xfrm>
          <a:prstGeom prst="rect">
            <a:avLst/>
          </a:prstGeom>
          <a:solidFill>
            <a:srgbClr val="66CEF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Rectangle 36">
            <a:extLst>
              <a:ext uri="{FF2B5EF4-FFF2-40B4-BE49-F238E27FC236}">
                <a16:creationId xmlns:a16="http://schemas.microsoft.com/office/drawing/2014/main" id="{A8D81C01-D2DA-BA48-A156-2F40C13203E6}"/>
              </a:ext>
            </a:extLst>
          </p:cNvPr>
          <p:cNvSpPr/>
          <p:nvPr userDrawn="1"/>
        </p:nvSpPr>
        <p:spPr>
          <a:xfrm>
            <a:off x="-1232654" y="3105991"/>
            <a:ext cx="429313" cy="1372056"/>
          </a:xfrm>
          <a:prstGeom prst="rect">
            <a:avLst/>
          </a:prstGeom>
          <a:solidFill>
            <a:srgbClr val="0058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Rectangle 41">
            <a:extLst>
              <a:ext uri="{FF2B5EF4-FFF2-40B4-BE49-F238E27FC236}">
                <a16:creationId xmlns:a16="http://schemas.microsoft.com/office/drawing/2014/main" id="{74904346-2C0C-9E41-B4BE-953E281C90BF}"/>
              </a:ext>
            </a:extLst>
          </p:cNvPr>
          <p:cNvSpPr/>
          <p:nvPr userDrawn="1"/>
        </p:nvSpPr>
        <p:spPr>
          <a:xfrm>
            <a:off x="-680456" y="2613312"/>
            <a:ext cx="433494" cy="406562"/>
          </a:xfrm>
          <a:prstGeom prst="rect">
            <a:avLst/>
          </a:prstGeom>
          <a:solidFill>
            <a:srgbClr val="66CEF6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0" name="Rectangle 48">
            <a:extLst>
              <a:ext uri="{FF2B5EF4-FFF2-40B4-BE49-F238E27FC236}">
                <a16:creationId xmlns:a16="http://schemas.microsoft.com/office/drawing/2014/main" id="{AC7B0741-F546-0F42-99AB-75D2DC44F07C}"/>
              </a:ext>
            </a:extLst>
          </p:cNvPr>
          <p:cNvSpPr/>
          <p:nvPr userDrawn="1"/>
        </p:nvSpPr>
        <p:spPr>
          <a:xfrm>
            <a:off x="-680456" y="1618862"/>
            <a:ext cx="433494" cy="406562"/>
          </a:xfrm>
          <a:prstGeom prst="rect">
            <a:avLst/>
          </a:prstGeom>
          <a:solidFill>
            <a:srgbClr val="66CEF6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1" name="Rectangle 49">
            <a:extLst>
              <a:ext uri="{FF2B5EF4-FFF2-40B4-BE49-F238E27FC236}">
                <a16:creationId xmlns:a16="http://schemas.microsoft.com/office/drawing/2014/main" id="{E3D93425-2BCF-7B4D-9762-264D7756812B}"/>
              </a:ext>
            </a:extLst>
          </p:cNvPr>
          <p:cNvSpPr/>
          <p:nvPr userDrawn="1"/>
        </p:nvSpPr>
        <p:spPr>
          <a:xfrm>
            <a:off x="-680456" y="2101609"/>
            <a:ext cx="433494" cy="434683"/>
          </a:xfrm>
          <a:prstGeom prst="rect">
            <a:avLst/>
          </a:prstGeom>
          <a:solidFill>
            <a:srgbClr val="66CEF6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2" name="Rectangle 50">
            <a:extLst>
              <a:ext uri="{FF2B5EF4-FFF2-40B4-BE49-F238E27FC236}">
                <a16:creationId xmlns:a16="http://schemas.microsoft.com/office/drawing/2014/main" id="{9F4B16F5-5E56-DD4B-AB9F-3ACE19E116C8}"/>
              </a:ext>
            </a:extLst>
          </p:cNvPr>
          <p:cNvSpPr/>
          <p:nvPr userDrawn="1"/>
        </p:nvSpPr>
        <p:spPr>
          <a:xfrm>
            <a:off x="-683472" y="4071485"/>
            <a:ext cx="433494" cy="406562"/>
          </a:xfrm>
          <a:prstGeom prst="rect">
            <a:avLst/>
          </a:prstGeom>
          <a:solidFill>
            <a:srgbClr val="0058A6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3" name="Rectangle 51">
            <a:extLst>
              <a:ext uri="{FF2B5EF4-FFF2-40B4-BE49-F238E27FC236}">
                <a16:creationId xmlns:a16="http://schemas.microsoft.com/office/drawing/2014/main" id="{05C90F67-9FE0-6D45-917E-B5D7B29BBE11}"/>
              </a:ext>
            </a:extLst>
          </p:cNvPr>
          <p:cNvSpPr/>
          <p:nvPr userDrawn="1"/>
        </p:nvSpPr>
        <p:spPr>
          <a:xfrm>
            <a:off x="-683472" y="3105991"/>
            <a:ext cx="433494" cy="406562"/>
          </a:xfrm>
          <a:prstGeom prst="rect">
            <a:avLst/>
          </a:prstGeom>
          <a:solidFill>
            <a:srgbClr val="0058A6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4" name="Rectangle 52">
            <a:extLst>
              <a:ext uri="{FF2B5EF4-FFF2-40B4-BE49-F238E27FC236}">
                <a16:creationId xmlns:a16="http://schemas.microsoft.com/office/drawing/2014/main" id="{8BB8D423-1CA3-D541-83F6-532A0434C8D2}"/>
              </a:ext>
            </a:extLst>
          </p:cNvPr>
          <p:cNvSpPr/>
          <p:nvPr userDrawn="1"/>
        </p:nvSpPr>
        <p:spPr>
          <a:xfrm>
            <a:off x="-683472" y="3588738"/>
            <a:ext cx="433494" cy="406562"/>
          </a:xfrm>
          <a:prstGeom prst="rect">
            <a:avLst/>
          </a:prstGeom>
          <a:solidFill>
            <a:srgbClr val="0058A6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5" name="Rectangle 38">
            <a:extLst>
              <a:ext uri="{FF2B5EF4-FFF2-40B4-BE49-F238E27FC236}">
                <a16:creationId xmlns:a16="http://schemas.microsoft.com/office/drawing/2014/main" id="{7A80B5B9-591C-C548-9735-58F9EBADAA90}"/>
              </a:ext>
            </a:extLst>
          </p:cNvPr>
          <p:cNvSpPr/>
          <p:nvPr userDrawn="1"/>
        </p:nvSpPr>
        <p:spPr>
          <a:xfrm>
            <a:off x="-1223128" y="5387054"/>
            <a:ext cx="971284" cy="317598"/>
          </a:xfrm>
          <a:prstGeom prst="rect">
            <a:avLst/>
          </a:prstGeom>
          <a:solidFill>
            <a:srgbClr val="2095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6" name="Rectangle 39">
            <a:extLst>
              <a:ext uri="{FF2B5EF4-FFF2-40B4-BE49-F238E27FC236}">
                <a16:creationId xmlns:a16="http://schemas.microsoft.com/office/drawing/2014/main" id="{EF64E4A9-322E-3F44-83D7-5898DDCF4843}"/>
              </a:ext>
            </a:extLst>
          </p:cNvPr>
          <p:cNvSpPr/>
          <p:nvPr userDrawn="1"/>
        </p:nvSpPr>
        <p:spPr>
          <a:xfrm>
            <a:off x="-1218245" y="4564164"/>
            <a:ext cx="971284" cy="317598"/>
          </a:xfrm>
          <a:prstGeom prst="rect">
            <a:avLst/>
          </a:prstGeom>
          <a:solidFill>
            <a:srgbClr val="DBE0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7" name="Rectangle 40">
            <a:extLst>
              <a:ext uri="{FF2B5EF4-FFF2-40B4-BE49-F238E27FC236}">
                <a16:creationId xmlns:a16="http://schemas.microsoft.com/office/drawing/2014/main" id="{527C88CA-FD9D-DE4A-8B91-9C9A96B1C178}"/>
              </a:ext>
            </a:extLst>
          </p:cNvPr>
          <p:cNvSpPr/>
          <p:nvPr userDrawn="1"/>
        </p:nvSpPr>
        <p:spPr>
          <a:xfrm>
            <a:off x="-1223128" y="4968706"/>
            <a:ext cx="971284" cy="339565"/>
          </a:xfrm>
          <a:prstGeom prst="rect">
            <a:avLst/>
          </a:prstGeom>
          <a:solidFill>
            <a:srgbClr val="9326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8" name="Rectangle 42">
            <a:extLst>
              <a:ext uri="{FF2B5EF4-FFF2-40B4-BE49-F238E27FC236}">
                <a16:creationId xmlns:a16="http://schemas.microsoft.com/office/drawing/2014/main" id="{8E36CB0D-A61E-FF44-A8D7-A75431F0F502}"/>
              </a:ext>
            </a:extLst>
          </p:cNvPr>
          <p:cNvSpPr/>
          <p:nvPr userDrawn="1"/>
        </p:nvSpPr>
        <p:spPr>
          <a:xfrm>
            <a:off x="-1223129" y="6202532"/>
            <a:ext cx="971284" cy="331508"/>
          </a:xfrm>
          <a:prstGeom prst="rect">
            <a:avLst/>
          </a:prstGeom>
          <a:solidFill>
            <a:srgbClr val="E6BA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9" name="Rectangle 43">
            <a:extLst>
              <a:ext uri="{FF2B5EF4-FFF2-40B4-BE49-F238E27FC236}">
                <a16:creationId xmlns:a16="http://schemas.microsoft.com/office/drawing/2014/main" id="{5599E8A9-52F6-2C4B-B865-ECCDC97AF81E}"/>
              </a:ext>
            </a:extLst>
          </p:cNvPr>
          <p:cNvSpPr/>
          <p:nvPr userDrawn="1"/>
        </p:nvSpPr>
        <p:spPr>
          <a:xfrm>
            <a:off x="-1223129" y="5798493"/>
            <a:ext cx="971284" cy="316119"/>
          </a:xfrm>
          <a:prstGeom prst="rect">
            <a:avLst/>
          </a:prstGeom>
          <a:solidFill>
            <a:srgbClr val="EC7C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5DCEB32-A3EF-234E-8CD8-80725D98355C}"/>
              </a:ext>
            </a:extLst>
          </p:cNvPr>
          <p:cNvSpPr txBox="1"/>
          <p:nvPr userDrawn="1"/>
        </p:nvSpPr>
        <p:spPr>
          <a:xfrm>
            <a:off x="787969" y="6386688"/>
            <a:ext cx="378534" cy="24622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just"/>
            <a:r>
              <a:rPr lang="hr-HR" sz="50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Century Gothic" charset="0"/>
                <a:ea typeface="Century Gothic" charset="0"/>
                <a:cs typeface="Century Gothic" charset="0"/>
              </a:rPr>
              <a:t>ТМХ</a:t>
            </a:r>
          </a:p>
          <a:p>
            <a:pPr algn="just"/>
            <a:r>
              <a:rPr lang="en-US" sz="450" spc="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Century Gothic" charset="0"/>
                <a:ea typeface="Century Gothic" charset="0"/>
                <a:cs typeface="Century Gothic" charset="0"/>
              </a:rPr>
              <a:t>20</a:t>
            </a:r>
            <a:r>
              <a:rPr lang="ru-RU" sz="450" spc="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Century Gothic" charset="0"/>
                <a:ea typeface="Century Gothic" charset="0"/>
                <a:cs typeface="Century Gothic" charset="0"/>
              </a:rPr>
              <a:t>19</a:t>
            </a:r>
            <a:endParaRPr lang="hr-HR" sz="450" spc="0" baseline="0" dirty="0">
              <a:solidFill>
                <a:schemeClr val="tx1">
                  <a:lumMod val="50000"/>
                  <a:lumOff val="50000"/>
                </a:schemeClr>
              </a:solidFill>
              <a:latin typeface="Century Gothic" charset="0"/>
              <a:ea typeface="Century Gothic" charset="0"/>
              <a:cs typeface="Century Gothic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DEE4989-BB0A-5544-85CD-698218F120BC}"/>
              </a:ext>
            </a:extLst>
          </p:cNvPr>
          <p:cNvSpPr txBox="1"/>
          <p:nvPr userDrawn="1"/>
        </p:nvSpPr>
        <p:spPr>
          <a:xfrm>
            <a:off x="457716" y="6350944"/>
            <a:ext cx="4198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/>
            <a:fld id="{E4CAEAF2-6028-264D-AE0C-6A7A3A188EF7}" type="slidenum">
              <a:rPr lang="en-US" sz="1400" b="0" i="0" baseline="0" smtClean="0">
                <a:solidFill>
                  <a:srgbClr val="0058A6"/>
                </a:solidFill>
                <a:latin typeface="Century Gothic" charset="0"/>
                <a:ea typeface="Century Gothic" charset="0"/>
                <a:cs typeface="Century Gothic" charset="0"/>
              </a:rPr>
              <a:t>‹#›</a:t>
            </a:fld>
            <a:endParaRPr lang="hr-HR" sz="1400" b="0" i="0" baseline="0" dirty="0">
              <a:solidFill>
                <a:schemeClr val="tx1">
                  <a:lumMod val="50000"/>
                  <a:lumOff val="50000"/>
                </a:schemeClr>
              </a:solidFill>
              <a:latin typeface="Century Gothic" charset="0"/>
              <a:ea typeface="Century Gothic" charset="0"/>
              <a:cs typeface="Century Gothic" charset="0"/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81CB7E7-25BD-004F-8CEA-0A86EB66516C}"/>
              </a:ext>
            </a:extLst>
          </p:cNvPr>
          <p:cNvCxnSpPr>
            <a:cxnSpLocks/>
          </p:cNvCxnSpPr>
          <p:nvPr userDrawn="1"/>
        </p:nvCxnSpPr>
        <p:spPr>
          <a:xfrm>
            <a:off x="817293" y="6438900"/>
            <a:ext cx="0" cy="130175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1031650F-B6DD-F04B-A3F9-00B452FD4890}"/>
              </a:ext>
            </a:extLst>
          </p:cNvPr>
          <p:cNvCxnSpPr>
            <a:cxnSpLocks/>
          </p:cNvCxnSpPr>
          <p:nvPr userDrawn="1"/>
        </p:nvCxnSpPr>
        <p:spPr>
          <a:xfrm>
            <a:off x="1055440" y="6438900"/>
            <a:ext cx="0" cy="130175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947159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B4CF08AF-618C-1B4A-BD46-E9B78233DC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1254" y="453156"/>
            <a:ext cx="10374223" cy="788503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ru-RU" sz="2000" kern="1200" spc="300" dirty="0">
                <a:solidFill>
                  <a:schemeClr val="tx1"/>
                </a:solidFill>
                <a:latin typeface="Century Gothic" charset="0"/>
                <a:ea typeface="Century Gothic" charset="0"/>
                <a:cs typeface="Century Gothic" charset="0"/>
              </a:defRPr>
            </a:lvl1pPr>
          </a:lstStyle>
          <a:p>
            <a:r>
              <a:rPr lang="ru-RU" dirty="0"/>
              <a:t>ЗАГОЛОВОК 1 / КОЛОНТИТУЛ</a:t>
            </a:r>
            <a:r>
              <a:rPr lang="en-US" dirty="0"/>
              <a:t> / </a:t>
            </a:r>
            <a:r>
              <a:rPr lang="ru-RU" dirty="0"/>
              <a:t>ЛОГОТИПЫ И ИКОНКИ</a:t>
            </a:r>
          </a:p>
        </p:txBody>
      </p:sp>
      <p:pic>
        <p:nvPicPr>
          <p:cNvPr id="9" name="Colontitul">
            <a:extLst>
              <a:ext uri="{FF2B5EF4-FFF2-40B4-BE49-F238E27FC236}">
                <a16:creationId xmlns:a16="http://schemas.microsoft.com/office/drawing/2014/main" id="{98D74907-F00B-FD44-96C2-7EF22DA1C8E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29975" y="0"/>
            <a:ext cx="962025" cy="6858000"/>
          </a:xfrm>
          <a:prstGeom prst="rect">
            <a:avLst/>
          </a:prstGeom>
        </p:spPr>
      </p:pic>
      <p:sp>
        <p:nvSpPr>
          <p:cNvPr id="8" name="Rectangle 22">
            <a:extLst>
              <a:ext uri="{FF2B5EF4-FFF2-40B4-BE49-F238E27FC236}">
                <a16:creationId xmlns:a16="http://schemas.microsoft.com/office/drawing/2014/main" id="{F778272A-3166-E94C-BFDB-83D07288E71A}"/>
              </a:ext>
            </a:extLst>
          </p:cNvPr>
          <p:cNvSpPr/>
          <p:nvPr userDrawn="1"/>
        </p:nvSpPr>
        <p:spPr>
          <a:xfrm>
            <a:off x="-1223129" y="0"/>
            <a:ext cx="429313" cy="472615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E6BAB9"/>
              </a:solidFill>
            </a:endParaRPr>
          </a:p>
        </p:txBody>
      </p:sp>
      <p:sp>
        <p:nvSpPr>
          <p:cNvPr id="10" name="Rectangle 23">
            <a:extLst>
              <a:ext uri="{FF2B5EF4-FFF2-40B4-BE49-F238E27FC236}">
                <a16:creationId xmlns:a16="http://schemas.microsoft.com/office/drawing/2014/main" id="{54B5A7AA-0B8B-F049-AB60-B3F8431C3436}"/>
              </a:ext>
            </a:extLst>
          </p:cNvPr>
          <p:cNvSpPr/>
          <p:nvPr userDrawn="1"/>
        </p:nvSpPr>
        <p:spPr>
          <a:xfrm>
            <a:off x="-1223129" y="527900"/>
            <a:ext cx="429313" cy="472615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2" name="Rectangle 24">
            <a:extLst>
              <a:ext uri="{FF2B5EF4-FFF2-40B4-BE49-F238E27FC236}">
                <a16:creationId xmlns:a16="http://schemas.microsoft.com/office/drawing/2014/main" id="{8B3F2759-0656-3946-A401-E9562D169BC9}"/>
              </a:ext>
            </a:extLst>
          </p:cNvPr>
          <p:cNvSpPr/>
          <p:nvPr userDrawn="1"/>
        </p:nvSpPr>
        <p:spPr>
          <a:xfrm>
            <a:off x="-1223129" y="1046881"/>
            <a:ext cx="429313" cy="472615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Rectangle 25">
            <a:extLst>
              <a:ext uri="{FF2B5EF4-FFF2-40B4-BE49-F238E27FC236}">
                <a16:creationId xmlns:a16="http://schemas.microsoft.com/office/drawing/2014/main" id="{C6F0B3AD-C081-5A4A-B544-3FE7B38811DF}"/>
              </a:ext>
            </a:extLst>
          </p:cNvPr>
          <p:cNvSpPr/>
          <p:nvPr userDrawn="1"/>
        </p:nvSpPr>
        <p:spPr>
          <a:xfrm>
            <a:off x="-695669" y="-16402"/>
            <a:ext cx="429313" cy="47261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Rectangle 26">
            <a:extLst>
              <a:ext uri="{FF2B5EF4-FFF2-40B4-BE49-F238E27FC236}">
                <a16:creationId xmlns:a16="http://schemas.microsoft.com/office/drawing/2014/main" id="{A1F7F256-D70D-6140-93D0-FD1BFB16F86A}"/>
              </a:ext>
            </a:extLst>
          </p:cNvPr>
          <p:cNvSpPr/>
          <p:nvPr userDrawn="1"/>
        </p:nvSpPr>
        <p:spPr>
          <a:xfrm>
            <a:off x="-695669" y="520926"/>
            <a:ext cx="429313" cy="47261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Rectangle 27">
            <a:extLst>
              <a:ext uri="{FF2B5EF4-FFF2-40B4-BE49-F238E27FC236}">
                <a16:creationId xmlns:a16="http://schemas.microsoft.com/office/drawing/2014/main" id="{DBC79A27-E8A7-8B4B-9C19-74D369FC9D95}"/>
              </a:ext>
            </a:extLst>
          </p:cNvPr>
          <p:cNvSpPr/>
          <p:nvPr userDrawn="1"/>
        </p:nvSpPr>
        <p:spPr>
          <a:xfrm>
            <a:off x="-695669" y="1058254"/>
            <a:ext cx="429313" cy="47261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Rectangle 35">
            <a:extLst>
              <a:ext uri="{FF2B5EF4-FFF2-40B4-BE49-F238E27FC236}">
                <a16:creationId xmlns:a16="http://schemas.microsoft.com/office/drawing/2014/main" id="{31C09DD8-3C50-3A4F-84D9-C80C4EEEDD02}"/>
              </a:ext>
            </a:extLst>
          </p:cNvPr>
          <p:cNvSpPr/>
          <p:nvPr userDrawn="1"/>
        </p:nvSpPr>
        <p:spPr>
          <a:xfrm>
            <a:off x="-1223129" y="1618862"/>
            <a:ext cx="429313" cy="1410944"/>
          </a:xfrm>
          <a:prstGeom prst="rect">
            <a:avLst/>
          </a:prstGeom>
          <a:solidFill>
            <a:srgbClr val="66CEF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Rectangle 36">
            <a:extLst>
              <a:ext uri="{FF2B5EF4-FFF2-40B4-BE49-F238E27FC236}">
                <a16:creationId xmlns:a16="http://schemas.microsoft.com/office/drawing/2014/main" id="{A8D81C01-D2DA-BA48-A156-2F40C13203E6}"/>
              </a:ext>
            </a:extLst>
          </p:cNvPr>
          <p:cNvSpPr/>
          <p:nvPr userDrawn="1"/>
        </p:nvSpPr>
        <p:spPr>
          <a:xfrm>
            <a:off x="-1232654" y="3105991"/>
            <a:ext cx="429313" cy="1372056"/>
          </a:xfrm>
          <a:prstGeom prst="rect">
            <a:avLst/>
          </a:prstGeom>
          <a:solidFill>
            <a:srgbClr val="0058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Rectangle 41">
            <a:extLst>
              <a:ext uri="{FF2B5EF4-FFF2-40B4-BE49-F238E27FC236}">
                <a16:creationId xmlns:a16="http://schemas.microsoft.com/office/drawing/2014/main" id="{74904346-2C0C-9E41-B4BE-953E281C90BF}"/>
              </a:ext>
            </a:extLst>
          </p:cNvPr>
          <p:cNvSpPr/>
          <p:nvPr userDrawn="1"/>
        </p:nvSpPr>
        <p:spPr>
          <a:xfrm>
            <a:off x="-680456" y="2613312"/>
            <a:ext cx="433494" cy="406562"/>
          </a:xfrm>
          <a:prstGeom prst="rect">
            <a:avLst/>
          </a:prstGeom>
          <a:solidFill>
            <a:srgbClr val="66CEF6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Rectangle 48">
            <a:extLst>
              <a:ext uri="{FF2B5EF4-FFF2-40B4-BE49-F238E27FC236}">
                <a16:creationId xmlns:a16="http://schemas.microsoft.com/office/drawing/2014/main" id="{AC7B0741-F546-0F42-99AB-75D2DC44F07C}"/>
              </a:ext>
            </a:extLst>
          </p:cNvPr>
          <p:cNvSpPr/>
          <p:nvPr userDrawn="1"/>
        </p:nvSpPr>
        <p:spPr>
          <a:xfrm>
            <a:off x="-680456" y="1618862"/>
            <a:ext cx="433494" cy="406562"/>
          </a:xfrm>
          <a:prstGeom prst="rect">
            <a:avLst/>
          </a:prstGeom>
          <a:solidFill>
            <a:srgbClr val="66CEF6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0" name="Rectangle 49">
            <a:extLst>
              <a:ext uri="{FF2B5EF4-FFF2-40B4-BE49-F238E27FC236}">
                <a16:creationId xmlns:a16="http://schemas.microsoft.com/office/drawing/2014/main" id="{E3D93425-2BCF-7B4D-9762-264D7756812B}"/>
              </a:ext>
            </a:extLst>
          </p:cNvPr>
          <p:cNvSpPr/>
          <p:nvPr userDrawn="1"/>
        </p:nvSpPr>
        <p:spPr>
          <a:xfrm>
            <a:off x="-680456" y="2101609"/>
            <a:ext cx="433494" cy="434683"/>
          </a:xfrm>
          <a:prstGeom prst="rect">
            <a:avLst/>
          </a:prstGeom>
          <a:solidFill>
            <a:srgbClr val="66CEF6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1" name="Rectangle 50">
            <a:extLst>
              <a:ext uri="{FF2B5EF4-FFF2-40B4-BE49-F238E27FC236}">
                <a16:creationId xmlns:a16="http://schemas.microsoft.com/office/drawing/2014/main" id="{9F4B16F5-5E56-DD4B-AB9F-3ACE19E116C8}"/>
              </a:ext>
            </a:extLst>
          </p:cNvPr>
          <p:cNvSpPr/>
          <p:nvPr userDrawn="1"/>
        </p:nvSpPr>
        <p:spPr>
          <a:xfrm>
            <a:off x="-683472" y="4071485"/>
            <a:ext cx="433494" cy="406562"/>
          </a:xfrm>
          <a:prstGeom prst="rect">
            <a:avLst/>
          </a:prstGeom>
          <a:solidFill>
            <a:srgbClr val="0058A6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2" name="Rectangle 51">
            <a:extLst>
              <a:ext uri="{FF2B5EF4-FFF2-40B4-BE49-F238E27FC236}">
                <a16:creationId xmlns:a16="http://schemas.microsoft.com/office/drawing/2014/main" id="{05C90F67-9FE0-6D45-917E-B5D7B29BBE11}"/>
              </a:ext>
            </a:extLst>
          </p:cNvPr>
          <p:cNvSpPr/>
          <p:nvPr userDrawn="1"/>
        </p:nvSpPr>
        <p:spPr>
          <a:xfrm>
            <a:off x="-683472" y="3105991"/>
            <a:ext cx="433494" cy="406562"/>
          </a:xfrm>
          <a:prstGeom prst="rect">
            <a:avLst/>
          </a:prstGeom>
          <a:solidFill>
            <a:srgbClr val="0058A6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3" name="Rectangle 52">
            <a:extLst>
              <a:ext uri="{FF2B5EF4-FFF2-40B4-BE49-F238E27FC236}">
                <a16:creationId xmlns:a16="http://schemas.microsoft.com/office/drawing/2014/main" id="{8BB8D423-1CA3-D541-83F6-532A0434C8D2}"/>
              </a:ext>
            </a:extLst>
          </p:cNvPr>
          <p:cNvSpPr/>
          <p:nvPr userDrawn="1"/>
        </p:nvSpPr>
        <p:spPr>
          <a:xfrm>
            <a:off x="-683472" y="3588738"/>
            <a:ext cx="433494" cy="406562"/>
          </a:xfrm>
          <a:prstGeom prst="rect">
            <a:avLst/>
          </a:prstGeom>
          <a:solidFill>
            <a:srgbClr val="0058A6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4" name="Rectangle 38">
            <a:extLst>
              <a:ext uri="{FF2B5EF4-FFF2-40B4-BE49-F238E27FC236}">
                <a16:creationId xmlns:a16="http://schemas.microsoft.com/office/drawing/2014/main" id="{7A80B5B9-591C-C548-9735-58F9EBADAA90}"/>
              </a:ext>
            </a:extLst>
          </p:cNvPr>
          <p:cNvSpPr/>
          <p:nvPr userDrawn="1"/>
        </p:nvSpPr>
        <p:spPr>
          <a:xfrm>
            <a:off x="-1223128" y="5387054"/>
            <a:ext cx="971284" cy="317598"/>
          </a:xfrm>
          <a:prstGeom prst="rect">
            <a:avLst/>
          </a:prstGeom>
          <a:solidFill>
            <a:srgbClr val="2095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5" name="Rectangle 39">
            <a:extLst>
              <a:ext uri="{FF2B5EF4-FFF2-40B4-BE49-F238E27FC236}">
                <a16:creationId xmlns:a16="http://schemas.microsoft.com/office/drawing/2014/main" id="{EF64E4A9-322E-3F44-83D7-5898DDCF4843}"/>
              </a:ext>
            </a:extLst>
          </p:cNvPr>
          <p:cNvSpPr/>
          <p:nvPr userDrawn="1"/>
        </p:nvSpPr>
        <p:spPr>
          <a:xfrm>
            <a:off x="-1218245" y="4564164"/>
            <a:ext cx="971284" cy="317598"/>
          </a:xfrm>
          <a:prstGeom prst="rect">
            <a:avLst/>
          </a:prstGeom>
          <a:solidFill>
            <a:srgbClr val="DBE0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6" name="Rectangle 40">
            <a:extLst>
              <a:ext uri="{FF2B5EF4-FFF2-40B4-BE49-F238E27FC236}">
                <a16:creationId xmlns:a16="http://schemas.microsoft.com/office/drawing/2014/main" id="{527C88CA-FD9D-DE4A-8B91-9C9A96B1C178}"/>
              </a:ext>
            </a:extLst>
          </p:cNvPr>
          <p:cNvSpPr/>
          <p:nvPr userDrawn="1"/>
        </p:nvSpPr>
        <p:spPr>
          <a:xfrm>
            <a:off x="-1223128" y="4968706"/>
            <a:ext cx="971284" cy="339565"/>
          </a:xfrm>
          <a:prstGeom prst="rect">
            <a:avLst/>
          </a:prstGeom>
          <a:solidFill>
            <a:srgbClr val="9326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7" name="Rectangle 42">
            <a:extLst>
              <a:ext uri="{FF2B5EF4-FFF2-40B4-BE49-F238E27FC236}">
                <a16:creationId xmlns:a16="http://schemas.microsoft.com/office/drawing/2014/main" id="{8E36CB0D-A61E-FF44-A8D7-A75431F0F502}"/>
              </a:ext>
            </a:extLst>
          </p:cNvPr>
          <p:cNvSpPr/>
          <p:nvPr userDrawn="1"/>
        </p:nvSpPr>
        <p:spPr>
          <a:xfrm>
            <a:off x="-1223129" y="6202532"/>
            <a:ext cx="971284" cy="331508"/>
          </a:xfrm>
          <a:prstGeom prst="rect">
            <a:avLst/>
          </a:prstGeom>
          <a:solidFill>
            <a:srgbClr val="E6BA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8" name="Rectangle 43">
            <a:extLst>
              <a:ext uri="{FF2B5EF4-FFF2-40B4-BE49-F238E27FC236}">
                <a16:creationId xmlns:a16="http://schemas.microsoft.com/office/drawing/2014/main" id="{5599E8A9-52F6-2C4B-B865-ECCDC97AF81E}"/>
              </a:ext>
            </a:extLst>
          </p:cNvPr>
          <p:cNvSpPr/>
          <p:nvPr userDrawn="1"/>
        </p:nvSpPr>
        <p:spPr>
          <a:xfrm>
            <a:off x="-1223129" y="5798493"/>
            <a:ext cx="971284" cy="316119"/>
          </a:xfrm>
          <a:prstGeom prst="rect">
            <a:avLst/>
          </a:prstGeom>
          <a:solidFill>
            <a:srgbClr val="EC7C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5F2FE96-9C65-CF46-A174-6D4926BA3FCD}"/>
              </a:ext>
            </a:extLst>
          </p:cNvPr>
          <p:cNvCxnSpPr>
            <a:cxnSpLocks/>
          </p:cNvCxnSpPr>
          <p:nvPr userDrawn="1"/>
        </p:nvCxnSpPr>
        <p:spPr>
          <a:xfrm>
            <a:off x="817293" y="6438900"/>
            <a:ext cx="0" cy="130175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23FEE55-5BFD-8B4E-9388-ACD3FCC7237D}"/>
              </a:ext>
            </a:extLst>
          </p:cNvPr>
          <p:cNvCxnSpPr>
            <a:cxnSpLocks/>
          </p:cNvCxnSpPr>
          <p:nvPr userDrawn="1"/>
        </p:nvCxnSpPr>
        <p:spPr>
          <a:xfrm>
            <a:off x="1055440" y="6438900"/>
            <a:ext cx="0" cy="130175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CA60A2F1-5D28-C349-9325-EA1A36DAF67D}"/>
              </a:ext>
            </a:extLst>
          </p:cNvPr>
          <p:cNvSpPr txBox="1"/>
          <p:nvPr userDrawn="1"/>
        </p:nvSpPr>
        <p:spPr>
          <a:xfrm>
            <a:off x="457716" y="6350944"/>
            <a:ext cx="4198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/>
            <a:fld id="{E4CAEAF2-6028-264D-AE0C-6A7A3A188EF7}" type="slidenum">
              <a:rPr lang="en-US" sz="1400" b="0" i="0" baseline="0" smtClean="0">
                <a:solidFill>
                  <a:srgbClr val="0058A6"/>
                </a:solidFill>
                <a:latin typeface="Century Gothic" charset="0"/>
                <a:ea typeface="Century Gothic" charset="0"/>
                <a:cs typeface="Century Gothic" charset="0"/>
              </a:rPr>
              <a:t>‹#›</a:t>
            </a:fld>
            <a:endParaRPr lang="hr-HR" sz="1400" b="0" i="0" baseline="0" dirty="0">
              <a:solidFill>
                <a:schemeClr val="tx1">
                  <a:lumMod val="50000"/>
                  <a:lumOff val="50000"/>
                </a:schemeClr>
              </a:solidFill>
              <a:latin typeface="Century Gothic" charset="0"/>
              <a:ea typeface="Century Gothic" charset="0"/>
              <a:cs typeface="Century Gothic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1850FDD-E838-E848-AD24-3053BE8E917E}"/>
              </a:ext>
            </a:extLst>
          </p:cNvPr>
          <p:cNvSpPr txBox="1"/>
          <p:nvPr userDrawn="1"/>
        </p:nvSpPr>
        <p:spPr>
          <a:xfrm>
            <a:off x="787969" y="6386688"/>
            <a:ext cx="3785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hr-HR" sz="50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Century Gothic" charset="0"/>
                <a:ea typeface="Century Gothic" charset="0"/>
                <a:cs typeface="Century Gothic" charset="0"/>
              </a:rPr>
              <a:t>ТМХ</a:t>
            </a:r>
          </a:p>
          <a:p>
            <a:pPr algn="just"/>
            <a:r>
              <a:rPr lang="en-US" sz="450" spc="0" baseline="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entury Gothic" charset="0"/>
                <a:ea typeface="Century Gothic" charset="0"/>
                <a:cs typeface="Century Gothic" charset="0"/>
              </a:rPr>
              <a:t>20</a:t>
            </a:r>
            <a:r>
              <a:rPr lang="ru-RU" sz="450" spc="0" baseline="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entury Gothic" charset="0"/>
                <a:ea typeface="Century Gothic" charset="0"/>
                <a:cs typeface="Century Gothic" charset="0"/>
              </a:rPr>
              <a:t>26</a:t>
            </a:r>
            <a:endParaRPr lang="hr-HR" sz="450" spc="0" baseline="0" dirty="0">
              <a:solidFill>
                <a:schemeClr val="tx1">
                  <a:lumMod val="50000"/>
                  <a:lumOff val="50000"/>
                </a:schemeClr>
              </a:solidFill>
              <a:latin typeface="Century Gothic" charset="0"/>
              <a:ea typeface="Century Gothic" charset="0"/>
              <a:cs typeface="Century Gothic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920664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Final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bject 2">
            <a:extLst>
              <a:ext uri="{FF2B5EF4-FFF2-40B4-BE49-F238E27FC236}">
                <a16:creationId xmlns:a16="http://schemas.microsoft.com/office/drawing/2014/main" id="{919DEF27-94AD-9344-B8C6-A606E018CF9F}"/>
              </a:ext>
            </a:extLst>
          </p:cNvPr>
          <p:cNvSpPr/>
          <p:nvPr userDrawn="1"/>
        </p:nvSpPr>
        <p:spPr>
          <a:xfrm>
            <a:off x="144855" y="0"/>
            <a:ext cx="11565700" cy="6867632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0B39F8B-AE3D-3D45-9035-4A5E0A266EDF}"/>
              </a:ext>
            </a:extLst>
          </p:cNvPr>
          <p:cNvSpPr/>
          <p:nvPr userDrawn="1"/>
        </p:nvSpPr>
        <p:spPr>
          <a:xfrm>
            <a:off x="144855" y="14446"/>
            <a:ext cx="11565700" cy="6858002"/>
          </a:xfrm>
          <a:prstGeom prst="rect">
            <a:avLst/>
          </a:prstGeom>
          <a:solidFill>
            <a:schemeClr val="tx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29785AC3-BB4B-594C-BE2C-A7FA7C1D83A4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21356" y="3224913"/>
            <a:ext cx="5406349" cy="437068"/>
          </a:xfrm>
          <a:prstGeom prst="rect">
            <a:avLst/>
          </a:prstGeom>
        </p:spPr>
        <p:txBody>
          <a:bodyPr vert="horz" lIns="82646" tIns="41323" rIns="82646" bIns="41323" rtlCol="0" anchor="t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defTabSz="826497">
              <a:defRPr/>
            </a:pPr>
            <a:r>
              <a:rPr lang="ru-RU" sz="2400" dirty="0">
                <a:solidFill>
                  <a:schemeClr val="bg1"/>
                </a:solidFill>
                <a:latin typeface="Century Gothic" charset="0"/>
                <a:ea typeface="Century Gothic" charset="0"/>
                <a:cs typeface="Century Gothic" charset="0"/>
              </a:rPr>
              <a:t>СПАСИБО!</a:t>
            </a:r>
          </a:p>
        </p:txBody>
      </p:sp>
      <p:pic>
        <p:nvPicPr>
          <p:cNvPr id="7" name="Colontitul">
            <a:extLst>
              <a:ext uri="{FF2B5EF4-FFF2-40B4-BE49-F238E27FC236}">
                <a16:creationId xmlns:a16="http://schemas.microsoft.com/office/drawing/2014/main" id="{EEACF66A-8C4B-0041-8759-D9C5A30D830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29975" y="0"/>
            <a:ext cx="962025" cy="6858000"/>
          </a:xfrm>
          <a:prstGeom prst="rect">
            <a:avLst/>
          </a:prstGeom>
        </p:spPr>
      </p:pic>
      <p:sp>
        <p:nvSpPr>
          <p:cNvPr id="9" name="Rectangle 22">
            <a:extLst>
              <a:ext uri="{FF2B5EF4-FFF2-40B4-BE49-F238E27FC236}">
                <a16:creationId xmlns:a16="http://schemas.microsoft.com/office/drawing/2014/main" id="{F778272A-3166-E94C-BFDB-83D07288E71A}"/>
              </a:ext>
            </a:extLst>
          </p:cNvPr>
          <p:cNvSpPr/>
          <p:nvPr userDrawn="1"/>
        </p:nvSpPr>
        <p:spPr>
          <a:xfrm>
            <a:off x="-1223129" y="0"/>
            <a:ext cx="429313" cy="472615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E6BAB9"/>
              </a:solidFill>
            </a:endParaRPr>
          </a:p>
        </p:txBody>
      </p:sp>
      <p:sp>
        <p:nvSpPr>
          <p:cNvPr id="12" name="Rectangle 23">
            <a:extLst>
              <a:ext uri="{FF2B5EF4-FFF2-40B4-BE49-F238E27FC236}">
                <a16:creationId xmlns:a16="http://schemas.microsoft.com/office/drawing/2014/main" id="{54B5A7AA-0B8B-F049-AB60-B3F8431C3436}"/>
              </a:ext>
            </a:extLst>
          </p:cNvPr>
          <p:cNvSpPr/>
          <p:nvPr userDrawn="1"/>
        </p:nvSpPr>
        <p:spPr>
          <a:xfrm>
            <a:off x="-1223129" y="527900"/>
            <a:ext cx="429313" cy="472615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Rectangle 24">
            <a:extLst>
              <a:ext uri="{FF2B5EF4-FFF2-40B4-BE49-F238E27FC236}">
                <a16:creationId xmlns:a16="http://schemas.microsoft.com/office/drawing/2014/main" id="{8B3F2759-0656-3946-A401-E9562D169BC9}"/>
              </a:ext>
            </a:extLst>
          </p:cNvPr>
          <p:cNvSpPr/>
          <p:nvPr userDrawn="1"/>
        </p:nvSpPr>
        <p:spPr>
          <a:xfrm>
            <a:off x="-1223129" y="1046881"/>
            <a:ext cx="429313" cy="472615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Rectangle 25">
            <a:extLst>
              <a:ext uri="{FF2B5EF4-FFF2-40B4-BE49-F238E27FC236}">
                <a16:creationId xmlns:a16="http://schemas.microsoft.com/office/drawing/2014/main" id="{C6F0B3AD-C081-5A4A-B544-3FE7B38811DF}"/>
              </a:ext>
            </a:extLst>
          </p:cNvPr>
          <p:cNvSpPr/>
          <p:nvPr userDrawn="1"/>
        </p:nvSpPr>
        <p:spPr>
          <a:xfrm>
            <a:off x="-695669" y="-16402"/>
            <a:ext cx="429313" cy="47261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Rectangle 26">
            <a:extLst>
              <a:ext uri="{FF2B5EF4-FFF2-40B4-BE49-F238E27FC236}">
                <a16:creationId xmlns:a16="http://schemas.microsoft.com/office/drawing/2014/main" id="{A1F7F256-D70D-6140-93D0-FD1BFB16F86A}"/>
              </a:ext>
            </a:extLst>
          </p:cNvPr>
          <p:cNvSpPr/>
          <p:nvPr userDrawn="1"/>
        </p:nvSpPr>
        <p:spPr>
          <a:xfrm>
            <a:off x="-695669" y="520926"/>
            <a:ext cx="429313" cy="47261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Rectangle 27">
            <a:extLst>
              <a:ext uri="{FF2B5EF4-FFF2-40B4-BE49-F238E27FC236}">
                <a16:creationId xmlns:a16="http://schemas.microsoft.com/office/drawing/2014/main" id="{DBC79A27-E8A7-8B4B-9C19-74D369FC9D95}"/>
              </a:ext>
            </a:extLst>
          </p:cNvPr>
          <p:cNvSpPr/>
          <p:nvPr userDrawn="1"/>
        </p:nvSpPr>
        <p:spPr>
          <a:xfrm>
            <a:off x="-695669" y="1058254"/>
            <a:ext cx="429313" cy="47261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Rectangle 35">
            <a:extLst>
              <a:ext uri="{FF2B5EF4-FFF2-40B4-BE49-F238E27FC236}">
                <a16:creationId xmlns:a16="http://schemas.microsoft.com/office/drawing/2014/main" id="{31C09DD8-3C50-3A4F-84D9-C80C4EEEDD02}"/>
              </a:ext>
            </a:extLst>
          </p:cNvPr>
          <p:cNvSpPr/>
          <p:nvPr userDrawn="1"/>
        </p:nvSpPr>
        <p:spPr>
          <a:xfrm>
            <a:off x="-1223129" y="1618862"/>
            <a:ext cx="429313" cy="1410944"/>
          </a:xfrm>
          <a:prstGeom prst="rect">
            <a:avLst/>
          </a:prstGeom>
          <a:solidFill>
            <a:srgbClr val="66CEF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Rectangle 36">
            <a:extLst>
              <a:ext uri="{FF2B5EF4-FFF2-40B4-BE49-F238E27FC236}">
                <a16:creationId xmlns:a16="http://schemas.microsoft.com/office/drawing/2014/main" id="{A8D81C01-D2DA-BA48-A156-2F40C13203E6}"/>
              </a:ext>
            </a:extLst>
          </p:cNvPr>
          <p:cNvSpPr/>
          <p:nvPr userDrawn="1"/>
        </p:nvSpPr>
        <p:spPr>
          <a:xfrm>
            <a:off x="-1232654" y="3105991"/>
            <a:ext cx="429313" cy="1372056"/>
          </a:xfrm>
          <a:prstGeom prst="rect">
            <a:avLst/>
          </a:prstGeom>
          <a:solidFill>
            <a:srgbClr val="0058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Rectangle 41">
            <a:extLst>
              <a:ext uri="{FF2B5EF4-FFF2-40B4-BE49-F238E27FC236}">
                <a16:creationId xmlns:a16="http://schemas.microsoft.com/office/drawing/2014/main" id="{74904346-2C0C-9E41-B4BE-953E281C90BF}"/>
              </a:ext>
            </a:extLst>
          </p:cNvPr>
          <p:cNvSpPr/>
          <p:nvPr userDrawn="1"/>
        </p:nvSpPr>
        <p:spPr>
          <a:xfrm>
            <a:off x="-680456" y="2613312"/>
            <a:ext cx="433494" cy="406562"/>
          </a:xfrm>
          <a:prstGeom prst="rect">
            <a:avLst/>
          </a:prstGeom>
          <a:solidFill>
            <a:srgbClr val="66CEF6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0" name="Rectangle 48">
            <a:extLst>
              <a:ext uri="{FF2B5EF4-FFF2-40B4-BE49-F238E27FC236}">
                <a16:creationId xmlns:a16="http://schemas.microsoft.com/office/drawing/2014/main" id="{AC7B0741-F546-0F42-99AB-75D2DC44F07C}"/>
              </a:ext>
            </a:extLst>
          </p:cNvPr>
          <p:cNvSpPr/>
          <p:nvPr userDrawn="1"/>
        </p:nvSpPr>
        <p:spPr>
          <a:xfrm>
            <a:off x="-680456" y="1618862"/>
            <a:ext cx="433494" cy="406562"/>
          </a:xfrm>
          <a:prstGeom prst="rect">
            <a:avLst/>
          </a:prstGeom>
          <a:solidFill>
            <a:srgbClr val="66CEF6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1" name="Rectangle 49">
            <a:extLst>
              <a:ext uri="{FF2B5EF4-FFF2-40B4-BE49-F238E27FC236}">
                <a16:creationId xmlns:a16="http://schemas.microsoft.com/office/drawing/2014/main" id="{E3D93425-2BCF-7B4D-9762-264D7756812B}"/>
              </a:ext>
            </a:extLst>
          </p:cNvPr>
          <p:cNvSpPr/>
          <p:nvPr userDrawn="1"/>
        </p:nvSpPr>
        <p:spPr>
          <a:xfrm>
            <a:off x="-680456" y="2101609"/>
            <a:ext cx="433494" cy="434683"/>
          </a:xfrm>
          <a:prstGeom prst="rect">
            <a:avLst/>
          </a:prstGeom>
          <a:solidFill>
            <a:srgbClr val="66CEF6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2" name="Rectangle 50">
            <a:extLst>
              <a:ext uri="{FF2B5EF4-FFF2-40B4-BE49-F238E27FC236}">
                <a16:creationId xmlns:a16="http://schemas.microsoft.com/office/drawing/2014/main" id="{9F4B16F5-5E56-DD4B-AB9F-3ACE19E116C8}"/>
              </a:ext>
            </a:extLst>
          </p:cNvPr>
          <p:cNvSpPr/>
          <p:nvPr userDrawn="1"/>
        </p:nvSpPr>
        <p:spPr>
          <a:xfrm>
            <a:off x="-683472" y="4071485"/>
            <a:ext cx="433494" cy="406562"/>
          </a:xfrm>
          <a:prstGeom prst="rect">
            <a:avLst/>
          </a:prstGeom>
          <a:solidFill>
            <a:srgbClr val="0058A6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3" name="Rectangle 51">
            <a:extLst>
              <a:ext uri="{FF2B5EF4-FFF2-40B4-BE49-F238E27FC236}">
                <a16:creationId xmlns:a16="http://schemas.microsoft.com/office/drawing/2014/main" id="{05C90F67-9FE0-6D45-917E-B5D7B29BBE11}"/>
              </a:ext>
            </a:extLst>
          </p:cNvPr>
          <p:cNvSpPr/>
          <p:nvPr userDrawn="1"/>
        </p:nvSpPr>
        <p:spPr>
          <a:xfrm>
            <a:off x="-683472" y="3105991"/>
            <a:ext cx="433494" cy="406562"/>
          </a:xfrm>
          <a:prstGeom prst="rect">
            <a:avLst/>
          </a:prstGeom>
          <a:solidFill>
            <a:srgbClr val="0058A6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4" name="Rectangle 52">
            <a:extLst>
              <a:ext uri="{FF2B5EF4-FFF2-40B4-BE49-F238E27FC236}">
                <a16:creationId xmlns:a16="http://schemas.microsoft.com/office/drawing/2014/main" id="{8BB8D423-1CA3-D541-83F6-532A0434C8D2}"/>
              </a:ext>
            </a:extLst>
          </p:cNvPr>
          <p:cNvSpPr/>
          <p:nvPr userDrawn="1"/>
        </p:nvSpPr>
        <p:spPr>
          <a:xfrm>
            <a:off x="-683472" y="3588738"/>
            <a:ext cx="433494" cy="406562"/>
          </a:xfrm>
          <a:prstGeom prst="rect">
            <a:avLst/>
          </a:prstGeom>
          <a:solidFill>
            <a:srgbClr val="0058A6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5" name="Rectangle 38">
            <a:extLst>
              <a:ext uri="{FF2B5EF4-FFF2-40B4-BE49-F238E27FC236}">
                <a16:creationId xmlns:a16="http://schemas.microsoft.com/office/drawing/2014/main" id="{7A80B5B9-591C-C548-9735-58F9EBADAA90}"/>
              </a:ext>
            </a:extLst>
          </p:cNvPr>
          <p:cNvSpPr/>
          <p:nvPr userDrawn="1"/>
        </p:nvSpPr>
        <p:spPr>
          <a:xfrm>
            <a:off x="-1223128" y="5387054"/>
            <a:ext cx="971284" cy="317598"/>
          </a:xfrm>
          <a:prstGeom prst="rect">
            <a:avLst/>
          </a:prstGeom>
          <a:solidFill>
            <a:srgbClr val="2095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6" name="Rectangle 39">
            <a:extLst>
              <a:ext uri="{FF2B5EF4-FFF2-40B4-BE49-F238E27FC236}">
                <a16:creationId xmlns:a16="http://schemas.microsoft.com/office/drawing/2014/main" id="{EF64E4A9-322E-3F44-83D7-5898DDCF4843}"/>
              </a:ext>
            </a:extLst>
          </p:cNvPr>
          <p:cNvSpPr/>
          <p:nvPr userDrawn="1"/>
        </p:nvSpPr>
        <p:spPr>
          <a:xfrm>
            <a:off x="-1218245" y="4564164"/>
            <a:ext cx="971284" cy="317598"/>
          </a:xfrm>
          <a:prstGeom prst="rect">
            <a:avLst/>
          </a:prstGeom>
          <a:solidFill>
            <a:srgbClr val="DBE0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7" name="Rectangle 40">
            <a:extLst>
              <a:ext uri="{FF2B5EF4-FFF2-40B4-BE49-F238E27FC236}">
                <a16:creationId xmlns:a16="http://schemas.microsoft.com/office/drawing/2014/main" id="{527C88CA-FD9D-DE4A-8B91-9C9A96B1C178}"/>
              </a:ext>
            </a:extLst>
          </p:cNvPr>
          <p:cNvSpPr/>
          <p:nvPr userDrawn="1"/>
        </p:nvSpPr>
        <p:spPr>
          <a:xfrm>
            <a:off x="-1223128" y="4968706"/>
            <a:ext cx="971284" cy="339565"/>
          </a:xfrm>
          <a:prstGeom prst="rect">
            <a:avLst/>
          </a:prstGeom>
          <a:solidFill>
            <a:srgbClr val="9326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8" name="Rectangle 42">
            <a:extLst>
              <a:ext uri="{FF2B5EF4-FFF2-40B4-BE49-F238E27FC236}">
                <a16:creationId xmlns:a16="http://schemas.microsoft.com/office/drawing/2014/main" id="{8E36CB0D-A61E-FF44-A8D7-A75431F0F502}"/>
              </a:ext>
            </a:extLst>
          </p:cNvPr>
          <p:cNvSpPr/>
          <p:nvPr userDrawn="1"/>
        </p:nvSpPr>
        <p:spPr>
          <a:xfrm>
            <a:off x="-1223129" y="6202532"/>
            <a:ext cx="971284" cy="331508"/>
          </a:xfrm>
          <a:prstGeom prst="rect">
            <a:avLst/>
          </a:prstGeom>
          <a:solidFill>
            <a:srgbClr val="E6BA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9" name="Rectangle 43">
            <a:extLst>
              <a:ext uri="{FF2B5EF4-FFF2-40B4-BE49-F238E27FC236}">
                <a16:creationId xmlns:a16="http://schemas.microsoft.com/office/drawing/2014/main" id="{5599E8A9-52F6-2C4B-B865-ECCDC97AF81E}"/>
              </a:ext>
            </a:extLst>
          </p:cNvPr>
          <p:cNvSpPr/>
          <p:nvPr userDrawn="1"/>
        </p:nvSpPr>
        <p:spPr>
          <a:xfrm>
            <a:off x="-1223129" y="5798493"/>
            <a:ext cx="971284" cy="316119"/>
          </a:xfrm>
          <a:prstGeom prst="rect">
            <a:avLst/>
          </a:prstGeom>
          <a:solidFill>
            <a:srgbClr val="EC7C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1" name="Rectangle 12">
            <a:extLst>
              <a:ext uri="{FF2B5EF4-FFF2-40B4-BE49-F238E27FC236}">
                <a16:creationId xmlns:a16="http://schemas.microsoft.com/office/drawing/2014/main" id="{42553A98-A7DC-D743-860F-7CD4B256499D}"/>
              </a:ext>
            </a:extLst>
          </p:cNvPr>
          <p:cNvSpPr/>
          <p:nvPr userDrawn="1"/>
        </p:nvSpPr>
        <p:spPr>
          <a:xfrm>
            <a:off x="6718942" y="5072101"/>
            <a:ext cx="3719796" cy="14927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>
              <a:spcBef>
                <a:spcPts val="265"/>
              </a:spcBef>
            </a:pPr>
            <a:r>
              <a:rPr lang="en-US" sz="1400" b="1" i="0" u="none" dirty="0">
                <a:solidFill>
                  <a:srgbClr val="65CEF6"/>
                </a:solidFill>
                <a:latin typeface="Century Gothic" panose="020B0502020202020204" pitchFamily="34" charset="0"/>
                <a:cs typeface="Trebuchet MS"/>
              </a:rPr>
              <a:t>TM</a:t>
            </a:r>
            <a:r>
              <a:rPr lang="ru-RU" sz="1400" b="1" i="0" u="none" dirty="0">
                <a:solidFill>
                  <a:srgbClr val="65CEF6"/>
                </a:solidFill>
                <a:latin typeface="Century Gothic" panose="020B0502020202020204" pitchFamily="34" charset="0"/>
                <a:cs typeface="Trebuchet MS"/>
              </a:rPr>
              <a:t>Х</a:t>
            </a:r>
            <a:endParaRPr lang="en-US" sz="1400" b="1" i="0" u="none" dirty="0">
              <a:solidFill>
                <a:srgbClr val="65CEF6"/>
              </a:solidFill>
              <a:latin typeface="Century Gothic" panose="020B0502020202020204" pitchFamily="34" charset="0"/>
              <a:cs typeface="Trebuchet MS"/>
            </a:endParaRPr>
          </a:p>
          <a:p>
            <a:pPr marL="12700">
              <a:spcBef>
                <a:spcPts val="120"/>
              </a:spcBef>
            </a:pPr>
            <a:endParaRPr lang="en-US" sz="1200" i="0" u="none" dirty="0">
              <a:solidFill>
                <a:schemeClr val="bg1"/>
              </a:solidFill>
              <a:latin typeface="Century Gothic" panose="020B0502020202020204" pitchFamily="34" charset="0"/>
              <a:cs typeface="Trebuchet MS"/>
            </a:endParaRPr>
          </a:p>
          <a:p>
            <a:pPr marL="12700">
              <a:spcBef>
                <a:spcPts val="120"/>
              </a:spcBef>
            </a:pPr>
            <a:r>
              <a:rPr lang="en-US" sz="1200" i="0" u="none" dirty="0">
                <a:solidFill>
                  <a:schemeClr val="bg1"/>
                </a:solidFill>
                <a:latin typeface="Century Gothic" panose="020B0502020202020204" pitchFamily="34" charset="0"/>
                <a:cs typeface="Trebuchet MS"/>
              </a:rPr>
              <a:t>119048</a:t>
            </a:r>
            <a:r>
              <a:rPr lang="ru-RU" sz="1200" i="0" u="none" dirty="0">
                <a:solidFill>
                  <a:schemeClr val="bg1"/>
                </a:solidFill>
                <a:latin typeface="Century Gothic" panose="020B0502020202020204" pitchFamily="34" charset="0"/>
                <a:cs typeface="Trebuchet MS"/>
              </a:rPr>
              <a:t>,</a:t>
            </a:r>
            <a:r>
              <a:rPr lang="en-US" sz="1200" i="0" u="none" dirty="0">
                <a:solidFill>
                  <a:schemeClr val="bg1"/>
                </a:solidFill>
                <a:latin typeface="Century Gothic" panose="020B0502020202020204" pitchFamily="34" charset="0"/>
                <a:cs typeface="Trebuchet MS"/>
              </a:rPr>
              <a:t> </a:t>
            </a:r>
            <a:r>
              <a:rPr lang="ru-RU" sz="1200" i="0" u="none" dirty="0">
                <a:solidFill>
                  <a:schemeClr val="bg1"/>
                </a:solidFill>
                <a:latin typeface="Century Gothic" panose="020B0502020202020204" pitchFamily="34" charset="0"/>
                <a:cs typeface="Trebuchet MS"/>
              </a:rPr>
              <a:t>Россия</a:t>
            </a:r>
            <a:r>
              <a:rPr lang="en-US" sz="1200" i="0" u="none" dirty="0">
                <a:solidFill>
                  <a:schemeClr val="bg1"/>
                </a:solidFill>
                <a:latin typeface="Century Gothic" panose="020B0502020202020204" pitchFamily="34" charset="0"/>
                <a:cs typeface="Trebuchet MS"/>
              </a:rPr>
              <a:t>, </a:t>
            </a:r>
            <a:r>
              <a:rPr lang="ru-RU" sz="1200" i="0" u="none" dirty="0">
                <a:solidFill>
                  <a:schemeClr val="bg1"/>
                </a:solidFill>
                <a:latin typeface="Century Gothic" panose="020B0502020202020204" pitchFamily="34" charset="0"/>
                <a:cs typeface="Trebuchet MS"/>
              </a:rPr>
              <a:t>Москва</a:t>
            </a:r>
            <a:r>
              <a:rPr lang="en-US" sz="1200" i="0" u="none" dirty="0">
                <a:solidFill>
                  <a:schemeClr val="bg1"/>
                </a:solidFill>
                <a:latin typeface="Century Gothic" panose="020B0502020202020204" pitchFamily="34" charset="0"/>
                <a:cs typeface="Trebuchet MS"/>
              </a:rPr>
              <a:t>, </a:t>
            </a:r>
            <a:r>
              <a:rPr lang="ru-RU" sz="1200" i="0" u="none" dirty="0">
                <a:solidFill>
                  <a:schemeClr val="bg1"/>
                </a:solidFill>
                <a:latin typeface="Century Gothic" panose="020B0502020202020204" pitchFamily="34" charset="0"/>
                <a:cs typeface="Trebuchet MS"/>
              </a:rPr>
              <a:t>ул. Ефремова, д</a:t>
            </a:r>
            <a:r>
              <a:rPr lang="en-US" sz="1200" i="0" u="none" dirty="0">
                <a:solidFill>
                  <a:schemeClr val="bg1"/>
                </a:solidFill>
                <a:latin typeface="Century Gothic" panose="020B0502020202020204" pitchFamily="34" charset="0"/>
                <a:cs typeface="Trebuchet MS"/>
              </a:rPr>
              <a:t>. 10</a:t>
            </a:r>
          </a:p>
          <a:p>
            <a:pPr marL="12700">
              <a:spcBef>
                <a:spcPts val="204"/>
              </a:spcBef>
            </a:pPr>
            <a:r>
              <a:rPr lang="ru-RU" sz="1200" i="0" u="none" dirty="0">
                <a:solidFill>
                  <a:schemeClr val="bg1"/>
                </a:solidFill>
                <a:latin typeface="Century Gothic" panose="020B0502020202020204" pitchFamily="34" charset="0"/>
                <a:cs typeface="Trebuchet MS"/>
              </a:rPr>
              <a:t>Телефон</a:t>
            </a:r>
            <a:r>
              <a:rPr lang="en-US" sz="1200" i="0" u="none" dirty="0">
                <a:solidFill>
                  <a:schemeClr val="bg1"/>
                </a:solidFill>
                <a:latin typeface="Century Gothic" panose="020B0502020202020204" pitchFamily="34" charset="0"/>
                <a:cs typeface="Trebuchet MS"/>
              </a:rPr>
              <a:t>: +7 495 660 89 50</a:t>
            </a:r>
          </a:p>
          <a:p>
            <a:pPr marL="12700">
              <a:spcBef>
                <a:spcPts val="95"/>
              </a:spcBef>
            </a:pPr>
            <a:r>
              <a:rPr lang="ru-RU" sz="1200" i="0" u="none" dirty="0">
                <a:solidFill>
                  <a:schemeClr val="bg1"/>
                </a:solidFill>
                <a:latin typeface="Century Gothic" panose="020B0502020202020204" pitchFamily="34" charset="0"/>
                <a:cs typeface="Trebuchet MS"/>
              </a:rPr>
              <a:t>Факс: </a:t>
            </a:r>
            <a:r>
              <a:rPr lang="en-US" sz="1200" i="0" u="none" dirty="0">
                <a:solidFill>
                  <a:schemeClr val="bg1"/>
                </a:solidFill>
                <a:latin typeface="Century Gothic" panose="020B0502020202020204" pitchFamily="34" charset="0"/>
                <a:cs typeface="Trebuchet MS"/>
              </a:rPr>
              <a:t>+7 495 744 70 94</a:t>
            </a:r>
          </a:p>
          <a:p>
            <a:pPr marL="12700"/>
            <a:r>
              <a:rPr lang="en-US" sz="1200" i="0" u="none" dirty="0">
                <a:solidFill>
                  <a:schemeClr val="bg1"/>
                </a:solidFill>
                <a:latin typeface="Century Gothic" panose="020B0502020202020204" pitchFamily="34" charset="0"/>
                <a:cs typeface="Trebuchet MS"/>
              </a:rPr>
              <a:t>e-mail: </a:t>
            </a:r>
            <a:r>
              <a:rPr lang="en-US" sz="1200" i="0" u="none" dirty="0">
                <a:solidFill>
                  <a:schemeClr val="bg1"/>
                </a:solidFill>
                <a:uFill>
                  <a:solidFill>
                    <a:srgbClr val="000000"/>
                  </a:solidFill>
                </a:uFill>
                <a:latin typeface="Century Gothic" panose="020B0502020202020204" pitchFamily="34" charset="0"/>
                <a:cs typeface="Trebuchet MS"/>
              </a:rPr>
              <a:t>info@tmholding.ru</a:t>
            </a:r>
            <a:endParaRPr lang="en-US" sz="1200" i="0" u="none" dirty="0">
              <a:solidFill>
                <a:schemeClr val="bg1"/>
              </a:solidFill>
              <a:latin typeface="Century Gothic" panose="020B0502020202020204" pitchFamily="34" charset="0"/>
              <a:cs typeface="Trebuchet MS"/>
            </a:endParaRPr>
          </a:p>
          <a:p>
            <a:pPr marL="12700">
              <a:spcBef>
                <a:spcPts val="120"/>
              </a:spcBef>
            </a:pPr>
            <a:r>
              <a:rPr lang="en-US" sz="1200" i="0" u="none" dirty="0">
                <a:solidFill>
                  <a:srgbClr val="66CEF6"/>
                </a:solidFill>
                <a:uFill>
                  <a:solidFill>
                    <a:srgbClr val="000000"/>
                  </a:solidFill>
                </a:uFill>
                <a:latin typeface="Century Gothic" panose="020B0502020202020204" pitchFamily="34" charset="0"/>
                <a:cs typeface="Trebuchet MS"/>
              </a:rPr>
              <a:t>www.tmholding.ru</a:t>
            </a:r>
            <a:endParaRPr lang="en-US" sz="1200" i="0" u="none" dirty="0">
              <a:solidFill>
                <a:srgbClr val="66CEF6"/>
              </a:solidFill>
              <a:latin typeface="Century Gothic" panose="020B0502020202020204" pitchFamily="34" charset="0"/>
              <a:cs typeface="Trebuchet MS"/>
            </a:endParaRPr>
          </a:p>
        </p:txBody>
      </p:sp>
    </p:spTree>
    <p:extLst>
      <p:ext uri="{BB962C8B-B14F-4D97-AF65-F5344CB8AC3E}">
        <p14:creationId xmlns:p14="http://schemas.microsoft.com/office/powerpoint/2010/main" val="77581519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556DB522-0924-FA48-9E63-3DDE9A03413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alphaModFix amt="10000"/>
          </a:blip>
          <a:srcRect t="4186" r="42526" b="4403"/>
          <a:stretch/>
        </p:blipFill>
        <p:spPr>
          <a:xfrm>
            <a:off x="7869814" y="-16402"/>
            <a:ext cx="4322186" cy="6874402"/>
          </a:xfrm>
          <a:prstGeom prst="rect">
            <a:avLst/>
          </a:prstGeom>
        </p:spPr>
      </p:pic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29785AC3-BB4B-594C-BE2C-A7FA7C1D83A4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21356" y="3224913"/>
            <a:ext cx="5406349" cy="437068"/>
          </a:xfrm>
          <a:prstGeom prst="rect">
            <a:avLst/>
          </a:prstGeom>
        </p:spPr>
        <p:txBody>
          <a:bodyPr vert="horz" lIns="82646" tIns="41323" rIns="82646" bIns="41323" rtlCol="0" anchor="t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defTabSz="826497">
              <a:defRPr/>
            </a:pPr>
            <a:r>
              <a:rPr lang="ru-RU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Century Gothic" charset="0"/>
                <a:ea typeface="Century Gothic" charset="0"/>
                <a:cs typeface="Century Gothic" charset="0"/>
              </a:rPr>
              <a:t>СПАСИБО!</a:t>
            </a:r>
          </a:p>
        </p:txBody>
      </p:sp>
      <p:pic>
        <p:nvPicPr>
          <p:cNvPr id="7" name="Colontitul">
            <a:extLst>
              <a:ext uri="{FF2B5EF4-FFF2-40B4-BE49-F238E27FC236}">
                <a16:creationId xmlns:a16="http://schemas.microsoft.com/office/drawing/2014/main" id="{EEACF66A-8C4B-0041-8759-D9C5A30D830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29975" y="0"/>
            <a:ext cx="962025" cy="6858000"/>
          </a:xfrm>
          <a:prstGeom prst="rect">
            <a:avLst/>
          </a:prstGeom>
        </p:spPr>
      </p:pic>
      <p:sp>
        <p:nvSpPr>
          <p:cNvPr id="6" name="Rectangle 22">
            <a:extLst>
              <a:ext uri="{FF2B5EF4-FFF2-40B4-BE49-F238E27FC236}">
                <a16:creationId xmlns:a16="http://schemas.microsoft.com/office/drawing/2014/main" id="{F778272A-3166-E94C-BFDB-83D07288E71A}"/>
              </a:ext>
            </a:extLst>
          </p:cNvPr>
          <p:cNvSpPr/>
          <p:nvPr userDrawn="1"/>
        </p:nvSpPr>
        <p:spPr>
          <a:xfrm>
            <a:off x="-1223129" y="0"/>
            <a:ext cx="429313" cy="472615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E6BAB9"/>
              </a:solidFill>
            </a:endParaRPr>
          </a:p>
        </p:txBody>
      </p:sp>
      <p:sp>
        <p:nvSpPr>
          <p:cNvPr id="10" name="Rectangle 23">
            <a:extLst>
              <a:ext uri="{FF2B5EF4-FFF2-40B4-BE49-F238E27FC236}">
                <a16:creationId xmlns:a16="http://schemas.microsoft.com/office/drawing/2014/main" id="{54B5A7AA-0B8B-F049-AB60-B3F8431C3436}"/>
              </a:ext>
            </a:extLst>
          </p:cNvPr>
          <p:cNvSpPr/>
          <p:nvPr userDrawn="1"/>
        </p:nvSpPr>
        <p:spPr>
          <a:xfrm>
            <a:off x="-1223129" y="527900"/>
            <a:ext cx="429313" cy="472615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2" name="Rectangle 24">
            <a:extLst>
              <a:ext uri="{FF2B5EF4-FFF2-40B4-BE49-F238E27FC236}">
                <a16:creationId xmlns:a16="http://schemas.microsoft.com/office/drawing/2014/main" id="{8B3F2759-0656-3946-A401-E9562D169BC9}"/>
              </a:ext>
            </a:extLst>
          </p:cNvPr>
          <p:cNvSpPr/>
          <p:nvPr userDrawn="1"/>
        </p:nvSpPr>
        <p:spPr>
          <a:xfrm>
            <a:off x="-1223129" y="1046881"/>
            <a:ext cx="429313" cy="472615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Rectangle 25">
            <a:extLst>
              <a:ext uri="{FF2B5EF4-FFF2-40B4-BE49-F238E27FC236}">
                <a16:creationId xmlns:a16="http://schemas.microsoft.com/office/drawing/2014/main" id="{C6F0B3AD-C081-5A4A-B544-3FE7B38811DF}"/>
              </a:ext>
            </a:extLst>
          </p:cNvPr>
          <p:cNvSpPr/>
          <p:nvPr userDrawn="1"/>
        </p:nvSpPr>
        <p:spPr>
          <a:xfrm>
            <a:off x="-695669" y="-16402"/>
            <a:ext cx="429313" cy="47261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Rectangle 26">
            <a:extLst>
              <a:ext uri="{FF2B5EF4-FFF2-40B4-BE49-F238E27FC236}">
                <a16:creationId xmlns:a16="http://schemas.microsoft.com/office/drawing/2014/main" id="{A1F7F256-D70D-6140-93D0-FD1BFB16F86A}"/>
              </a:ext>
            </a:extLst>
          </p:cNvPr>
          <p:cNvSpPr/>
          <p:nvPr userDrawn="1"/>
        </p:nvSpPr>
        <p:spPr>
          <a:xfrm>
            <a:off x="-695669" y="520926"/>
            <a:ext cx="429313" cy="47261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Rectangle 27">
            <a:extLst>
              <a:ext uri="{FF2B5EF4-FFF2-40B4-BE49-F238E27FC236}">
                <a16:creationId xmlns:a16="http://schemas.microsoft.com/office/drawing/2014/main" id="{DBC79A27-E8A7-8B4B-9C19-74D369FC9D95}"/>
              </a:ext>
            </a:extLst>
          </p:cNvPr>
          <p:cNvSpPr/>
          <p:nvPr userDrawn="1"/>
        </p:nvSpPr>
        <p:spPr>
          <a:xfrm>
            <a:off x="-695669" y="1058254"/>
            <a:ext cx="429313" cy="47261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Rectangle 35">
            <a:extLst>
              <a:ext uri="{FF2B5EF4-FFF2-40B4-BE49-F238E27FC236}">
                <a16:creationId xmlns:a16="http://schemas.microsoft.com/office/drawing/2014/main" id="{31C09DD8-3C50-3A4F-84D9-C80C4EEEDD02}"/>
              </a:ext>
            </a:extLst>
          </p:cNvPr>
          <p:cNvSpPr/>
          <p:nvPr userDrawn="1"/>
        </p:nvSpPr>
        <p:spPr>
          <a:xfrm>
            <a:off x="-1223129" y="1618862"/>
            <a:ext cx="429313" cy="1410944"/>
          </a:xfrm>
          <a:prstGeom prst="rect">
            <a:avLst/>
          </a:prstGeom>
          <a:solidFill>
            <a:srgbClr val="66CEF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Rectangle 36">
            <a:extLst>
              <a:ext uri="{FF2B5EF4-FFF2-40B4-BE49-F238E27FC236}">
                <a16:creationId xmlns:a16="http://schemas.microsoft.com/office/drawing/2014/main" id="{A8D81C01-D2DA-BA48-A156-2F40C13203E6}"/>
              </a:ext>
            </a:extLst>
          </p:cNvPr>
          <p:cNvSpPr/>
          <p:nvPr userDrawn="1"/>
        </p:nvSpPr>
        <p:spPr>
          <a:xfrm>
            <a:off x="-1232654" y="3105991"/>
            <a:ext cx="429313" cy="1372056"/>
          </a:xfrm>
          <a:prstGeom prst="rect">
            <a:avLst/>
          </a:prstGeom>
          <a:solidFill>
            <a:srgbClr val="0058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Rectangle 41">
            <a:extLst>
              <a:ext uri="{FF2B5EF4-FFF2-40B4-BE49-F238E27FC236}">
                <a16:creationId xmlns:a16="http://schemas.microsoft.com/office/drawing/2014/main" id="{74904346-2C0C-9E41-B4BE-953E281C90BF}"/>
              </a:ext>
            </a:extLst>
          </p:cNvPr>
          <p:cNvSpPr/>
          <p:nvPr userDrawn="1"/>
        </p:nvSpPr>
        <p:spPr>
          <a:xfrm>
            <a:off x="-680456" y="2613312"/>
            <a:ext cx="433494" cy="406562"/>
          </a:xfrm>
          <a:prstGeom prst="rect">
            <a:avLst/>
          </a:prstGeom>
          <a:solidFill>
            <a:srgbClr val="66CEF6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Rectangle 48">
            <a:extLst>
              <a:ext uri="{FF2B5EF4-FFF2-40B4-BE49-F238E27FC236}">
                <a16:creationId xmlns:a16="http://schemas.microsoft.com/office/drawing/2014/main" id="{AC7B0741-F546-0F42-99AB-75D2DC44F07C}"/>
              </a:ext>
            </a:extLst>
          </p:cNvPr>
          <p:cNvSpPr/>
          <p:nvPr userDrawn="1"/>
        </p:nvSpPr>
        <p:spPr>
          <a:xfrm>
            <a:off x="-680456" y="1618862"/>
            <a:ext cx="433494" cy="406562"/>
          </a:xfrm>
          <a:prstGeom prst="rect">
            <a:avLst/>
          </a:prstGeom>
          <a:solidFill>
            <a:srgbClr val="66CEF6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0" name="Rectangle 49">
            <a:extLst>
              <a:ext uri="{FF2B5EF4-FFF2-40B4-BE49-F238E27FC236}">
                <a16:creationId xmlns:a16="http://schemas.microsoft.com/office/drawing/2014/main" id="{E3D93425-2BCF-7B4D-9762-264D7756812B}"/>
              </a:ext>
            </a:extLst>
          </p:cNvPr>
          <p:cNvSpPr/>
          <p:nvPr userDrawn="1"/>
        </p:nvSpPr>
        <p:spPr>
          <a:xfrm>
            <a:off x="-680456" y="2101609"/>
            <a:ext cx="433494" cy="434683"/>
          </a:xfrm>
          <a:prstGeom prst="rect">
            <a:avLst/>
          </a:prstGeom>
          <a:solidFill>
            <a:srgbClr val="66CEF6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1" name="Rectangle 50">
            <a:extLst>
              <a:ext uri="{FF2B5EF4-FFF2-40B4-BE49-F238E27FC236}">
                <a16:creationId xmlns:a16="http://schemas.microsoft.com/office/drawing/2014/main" id="{9F4B16F5-5E56-DD4B-AB9F-3ACE19E116C8}"/>
              </a:ext>
            </a:extLst>
          </p:cNvPr>
          <p:cNvSpPr/>
          <p:nvPr userDrawn="1"/>
        </p:nvSpPr>
        <p:spPr>
          <a:xfrm>
            <a:off x="-683472" y="4071485"/>
            <a:ext cx="433494" cy="406562"/>
          </a:xfrm>
          <a:prstGeom prst="rect">
            <a:avLst/>
          </a:prstGeom>
          <a:solidFill>
            <a:srgbClr val="0058A6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2" name="Rectangle 51">
            <a:extLst>
              <a:ext uri="{FF2B5EF4-FFF2-40B4-BE49-F238E27FC236}">
                <a16:creationId xmlns:a16="http://schemas.microsoft.com/office/drawing/2014/main" id="{05C90F67-9FE0-6D45-917E-B5D7B29BBE11}"/>
              </a:ext>
            </a:extLst>
          </p:cNvPr>
          <p:cNvSpPr/>
          <p:nvPr userDrawn="1"/>
        </p:nvSpPr>
        <p:spPr>
          <a:xfrm>
            <a:off x="-683472" y="3105991"/>
            <a:ext cx="433494" cy="406562"/>
          </a:xfrm>
          <a:prstGeom prst="rect">
            <a:avLst/>
          </a:prstGeom>
          <a:solidFill>
            <a:srgbClr val="0058A6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3" name="Rectangle 52">
            <a:extLst>
              <a:ext uri="{FF2B5EF4-FFF2-40B4-BE49-F238E27FC236}">
                <a16:creationId xmlns:a16="http://schemas.microsoft.com/office/drawing/2014/main" id="{8BB8D423-1CA3-D541-83F6-532A0434C8D2}"/>
              </a:ext>
            </a:extLst>
          </p:cNvPr>
          <p:cNvSpPr/>
          <p:nvPr userDrawn="1"/>
        </p:nvSpPr>
        <p:spPr>
          <a:xfrm>
            <a:off x="-683472" y="3588738"/>
            <a:ext cx="433494" cy="406562"/>
          </a:xfrm>
          <a:prstGeom prst="rect">
            <a:avLst/>
          </a:prstGeom>
          <a:solidFill>
            <a:srgbClr val="0058A6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4" name="Rectangle 38">
            <a:extLst>
              <a:ext uri="{FF2B5EF4-FFF2-40B4-BE49-F238E27FC236}">
                <a16:creationId xmlns:a16="http://schemas.microsoft.com/office/drawing/2014/main" id="{7A80B5B9-591C-C548-9735-58F9EBADAA90}"/>
              </a:ext>
            </a:extLst>
          </p:cNvPr>
          <p:cNvSpPr/>
          <p:nvPr userDrawn="1"/>
        </p:nvSpPr>
        <p:spPr>
          <a:xfrm>
            <a:off x="-1223128" y="5387054"/>
            <a:ext cx="971284" cy="317598"/>
          </a:xfrm>
          <a:prstGeom prst="rect">
            <a:avLst/>
          </a:prstGeom>
          <a:solidFill>
            <a:srgbClr val="2095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5" name="Rectangle 39">
            <a:extLst>
              <a:ext uri="{FF2B5EF4-FFF2-40B4-BE49-F238E27FC236}">
                <a16:creationId xmlns:a16="http://schemas.microsoft.com/office/drawing/2014/main" id="{EF64E4A9-322E-3F44-83D7-5898DDCF4843}"/>
              </a:ext>
            </a:extLst>
          </p:cNvPr>
          <p:cNvSpPr/>
          <p:nvPr userDrawn="1"/>
        </p:nvSpPr>
        <p:spPr>
          <a:xfrm>
            <a:off x="-1218245" y="4564164"/>
            <a:ext cx="971284" cy="317598"/>
          </a:xfrm>
          <a:prstGeom prst="rect">
            <a:avLst/>
          </a:prstGeom>
          <a:solidFill>
            <a:srgbClr val="DBE0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6" name="Rectangle 40">
            <a:extLst>
              <a:ext uri="{FF2B5EF4-FFF2-40B4-BE49-F238E27FC236}">
                <a16:creationId xmlns:a16="http://schemas.microsoft.com/office/drawing/2014/main" id="{527C88CA-FD9D-DE4A-8B91-9C9A96B1C178}"/>
              </a:ext>
            </a:extLst>
          </p:cNvPr>
          <p:cNvSpPr/>
          <p:nvPr userDrawn="1"/>
        </p:nvSpPr>
        <p:spPr>
          <a:xfrm>
            <a:off x="-1223128" y="4968706"/>
            <a:ext cx="971284" cy="339565"/>
          </a:xfrm>
          <a:prstGeom prst="rect">
            <a:avLst/>
          </a:prstGeom>
          <a:solidFill>
            <a:srgbClr val="9326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7" name="Rectangle 42">
            <a:extLst>
              <a:ext uri="{FF2B5EF4-FFF2-40B4-BE49-F238E27FC236}">
                <a16:creationId xmlns:a16="http://schemas.microsoft.com/office/drawing/2014/main" id="{8E36CB0D-A61E-FF44-A8D7-A75431F0F502}"/>
              </a:ext>
            </a:extLst>
          </p:cNvPr>
          <p:cNvSpPr/>
          <p:nvPr userDrawn="1"/>
        </p:nvSpPr>
        <p:spPr>
          <a:xfrm>
            <a:off x="-1223129" y="6202532"/>
            <a:ext cx="971284" cy="331508"/>
          </a:xfrm>
          <a:prstGeom prst="rect">
            <a:avLst/>
          </a:prstGeom>
          <a:solidFill>
            <a:srgbClr val="E6BA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8" name="Rectangle 43">
            <a:extLst>
              <a:ext uri="{FF2B5EF4-FFF2-40B4-BE49-F238E27FC236}">
                <a16:creationId xmlns:a16="http://schemas.microsoft.com/office/drawing/2014/main" id="{5599E8A9-52F6-2C4B-B865-ECCDC97AF81E}"/>
              </a:ext>
            </a:extLst>
          </p:cNvPr>
          <p:cNvSpPr/>
          <p:nvPr userDrawn="1"/>
        </p:nvSpPr>
        <p:spPr>
          <a:xfrm>
            <a:off x="-1223129" y="5798493"/>
            <a:ext cx="971284" cy="316119"/>
          </a:xfrm>
          <a:prstGeom prst="rect">
            <a:avLst/>
          </a:prstGeom>
          <a:solidFill>
            <a:srgbClr val="EC7C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1" name="Rectangle 12">
            <a:extLst>
              <a:ext uri="{FF2B5EF4-FFF2-40B4-BE49-F238E27FC236}">
                <a16:creationId xmlns:a16="http://schemas.microsoft.com/office/drawing/2014/main" id="{7C81B957-9597-7440-88FF-E233B551C657}"/>
              </a:ext>
            </a:extLst>
          </p:cNvPr>
          <p:cNvSpPr/>
          <p:nvPr userDrawn="1"/>
        </p:nvSpPr>
        <p:spPr>
          <a:xfrm>
            <a:off x="521356" y="4958294"/>
            <a:ext cx="3719796" cy="14927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>
              <a:spcBef>
                <a:spcPts val="265"/>
              </a:spcBef>
            </a:pPr>
            <a:r>
              <a:rPr lang="en-US" sz="1400" b="1" i="0" u="none" dirty="0">
                <a:solidFill>
                  <a:srgbClr val="0058A6"/>
                </a:solidFill>
                <a:latin typeface="Century Gothic" panose="020B0502020202020204" pitchFamily="34" charset="0"/>
                <a:cs typeface="Trebuchet MS"/>
              </a:rPr>
              <a:t>TM</a:t>
            </a:r>
            <a:r>
              <a:rPr lang="ru-RU" sz="1400" b="1" i="0" u="none" dirty="0">
                <a:solidFill>
                  <a:srgbClr val="0058A6"/>
                </a:solidFill>
                <a:latin typeface="Century Gothic" panose="020B0502020202020204" pitchFamily="34" charset="0"/>
                <a:cs typeface="Trebuchet MS"/>
              </a:rPr>
              <a:t>Х</a:t>
            </a:r>
            <a:endParaRPr lang="en-US" sz="1400" b="1" i="0" u="none" dirty="0">
              <a:solidFill>
                <a:srgbClr val="0058A6"/>
              </a:solidFill>
              <a:latin typeface="Century Gothic" panose="020B0502020202020204" pitchFamily="34" charset="0"/>
              <a:cs typeface="Trebuchet MS"/>
            </a:endParaRPr>
          </a:p>
          <a:p>
            <a:pPr marL="12700">
              <a:spcBef>
                <a:spcPts val="120"/>
              </a:spcBef>
            </a:pPr>
            <a:endParaRPr lang="en-US" sz="1200" i="0" u="none" dirty="0">
              <a:solidFill>
                <a:schemeClr val="bg1"/>
              </a:solidFill>
              <a:latin typeface="Century Gothic" panose="020B0502020202020204" pitchFamily="34" charset="0"/>
              <a:cs typeface="Trebuchet MS"/>
            </a:endParaRPr>
          </a:p>
          <a:p>
            <a:pPr marL="12700">
              <a:spcBef>
                <a:spcPts val="120"/>
              </a:spcBef>
            </a:pPr>
            <a:r>
              <a:rPr lang="en-US" sz="1200" i="0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  <a:cs typeface="Trebuchet MS"/>
              </a:rPr>
              <a:t>119048</a:t>
            </a:r>
            <a:r>
              <a:rPr lang="ru-RU" sz="1200" i="0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  <a:cs typeface="Trebuchet MS"/>
              </a:rPr>
              <a:t>,</a:t>
            </a:r>
            <a:r>
              <a:rPr lang="en-US" sz="1200" i="0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  <a:cs typeface="Trebuchet MS"/>
              </a:rPr>
              <a:t> </a:t>
            </a:r>
            <a:r>
              <a:rPr lang="ru-RU" sz="1200" i="0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  <a:cs typeface="Trebuchet MS"/>
              </a:rPr>
              <a:t>Россия</a:t>
            </a:r>
            <a:r>
              <a:rPr lang="en-US" sz="1200" i="0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  <a:cs typeface="Trebuchet MS"/>
              </a:rPr>
              <a:t>, </a:t>
            </a:r>
            <a:r>
              <a:rPr lang="ru-RU" sz="1200" i="0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  <a:cs typeface="Trebuchet MS"/>
              </a:rPr>
              <a:t>Москва</a:t>
            </a:r>
            <a:r>
              <a:rPr lang="en-US" sz="1200" i="0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  <a:cs typeface="Trebuchet MS"/>
              </a:rPr>
              <a:t>, </a:t>
            </a:r>
            <a:r>
              <a:rPr lang="ru-RU" sz="1200" i="0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  <a:cs typeface="Trebuchet MS"/>
              </a:rPr>
              <a:t>ул. Ефремова, д</a:t>
            </a:r>
            <a:r>
              <a:rPr lang="en-US" sz="1200" i="0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  <a:cs typeface="Trebuchet MS"/>
              </a:rPr>
              <a:t>. 10</a:t>
            </a:r>
          </a:p>
          <a:p>
            <a:pPr marL="12700">
              <a:spcBef>
                <a:spcPts val="204"/>
              </a:spcBef>
            </a:pPr>
            <a:r>
              <a:rPr lang="ru-RU" sz="1200" i="0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  <a:cs typeface="Trebuchet MS"/>
              </a:rPr>
              <a:t>Телефон</a:t>
            </a:r>
            <a:r>
              <a:rPr lang="en-US" sz="1200" i="0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  <a:cs typeface="Trebuchet MS"/>
              </a:rPr>
              <a:t>: +7 495 660 89 50</a:t>
            </a:r>
          </a:p>
          <a:p>
            <a:pPr marL="12700">
              <a:spcBef>
                <a:spcPts val="95"/>
              </a:spcBef>
            </a:pPr>
            <a:r>
              <a:rPr lang="ru-RU" sz="1200" i="0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  <a:cs typeface="Trebuchet MS"/>
              </a:rPr>
              <a:t>Факс: </a:t>
            </a:r>
            <a:r>
              <a:rPr lang="en-US" sz="1200" i="0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  <a:cs typeface="Trebuchet MS"/>
              </a:rPr>
              <a:t>+7 495 744 70 94</a:t>
            </a:r>
          </a:p>
          <a:p>
            <a:pPr marL="12700"/>
            <a:r>
              <a:rPr lang="en-US" sz="1200" i="0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  <a:cs typeface="Trebuchet MS"/>
              </a:rPr>
              <a:t>e-mail: </a:t>
            </a:r>
            <a:r>
              <a:rPr lang="en-US" sz="1200" i="0" u="none" dirty="0">
                <a:solidFill>
                  <a:schemeClr val="tx1">
                    <a:lumMod val="75000"/>
                    <a:lumOff val="25000"/>
                  </a:schemeClr>
                </a:solidFill>
                <a:uFill>
                  <a:solidFill>
                    <a:srgbClr val="000000"/>
                  </a:solidFill>
                </a:uFill>
                <a:latin typeface="Century Gothic" panose="020B0502020202020204" pitchFamily="34" charset="0"/>
                <a:cs typeface="Trebuchet MS"/>
              </a:rPr>
              <a:t>info@tmholding.ru</a:t>
            </a:r>
            <a:endParaRPr lang="en-US" sz="1200" i="0" u="none" dirty="0">
              <a:solidFill>
                <a:schemeClr val="tx1">
                  <a:lumMod val="75000"/>
                  <a:lumOff val="25000"/>
                </a:schemeClr>
              </a:solidFill>
              <a:latin typeface="Century Gothic" panose="020B0502020202020204" pitchFamily="34" charset="0"/>
              <a:cs typeface="Trebuchet MS"/>
            </a:endParaRPr>
          </a:p>
          <a:p>
            <a:pPr marL="12700">
              <a:spcBef>
                <a:spcPts val="120"/>
              </a:spcBef>
            </a:pPr>
            <a:r>
              <a:rPr lang="en-US" sz="1200" i="0" u="none" dirty="0">
                <a:solidFill>
                  <a:schemeClr val="tx1">
                    <a:lumMod val="75000"/>
                    <a:lumOff val="25000"/>
                  </a:schemeClr>
                </a:solidFill>
                <a:uFill>
                  <a:solidFill>
                    <a:srgbClr val="000000"/>
                  </a:solidFill>
                </a:uFill>
                <a:latin typeface="Century Gothic" panose="020B0502020202020204" pitchFamily="34" charset="0"/>
                <a:cs typeface="Trebuchet MS"/>
              </a:rPr>
              <a:t>www.tmholding.ru</a:t>
            </a:r>
            <a:endParaRPr lang="en-US" sz="1200" i="0" u="none" dirty="0">
              <a:solidFill>
                <a:schemeClr val="tx1">
                  <a:lumMod val="75000"/>
                  <a:lumOff val="25000"/>
                </a:schemeClr>
              </a:solidFill>
              <a:latin typeface="Century Gothic" panose="020B0502020202020204" pitchFamily="34" charset="0"/>
              <a:cs typeface="Trebuchet MS"/>
            </a:endParaRPr>
          </a:p>
        </p:txBody>
      </p:sp>
    </p:spTree>
    <p:extLst>
      <p:ext uri="{BB962C8B-B14F-4D97-AF65-F5344CB8AC3E}">
        <p14:creationId xmlns:p14="http://schemas.microsoft.com/office/powerpoint/2010/main" val="15653156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ue_shape">
            <a:extLst>
              <a:ext uri="{FF2B5EF4-FFF2-40B4-BE49-F238E27FC236}">
                <a16:creationId xmlns:a16="http://schemas.microsoft.com/office/drawing/2014/main" id="{78E46D85-3389-5640-8151-53FDAF354E95}"/>
              </a:ext>
            </a:extLst>
          </p:cNvPr>
          <p:cNvSpPr/>
          <p:nvPr userDrawn="1"/>
        </p:nvSpPr>
        <p:spPr>
          <a:xfrm>
            <a:off x="0" y="0"/>
            <a:ext cx="144855" cy="6858000"/>
          </a:xfrm>
          <a:prstGeom prst="rect">
            <a:avLst/>
          </a:prstGeom>
          <a:solidFill>
            <a:srgbClr val="66CEF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09224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50" r:id="rId3"/>
    <p:sldLayoutId id="2147483668" r:id="rId4"/>
    <p:sldLayoutId id="2147483670" r:id="rId5"/>
    <p:sldLayoutId id="2147483671" r:id="rId6"/>
    <p:sldLayoutId id="2147483673" r:id="rId7"/>
    <p:sldLayoutId id="2147483679" r:id="rId8"/>
    <p:sldLayoutId id="2147483674" r:id="rId9"/>
  </p:sldLayoutIdLst>
  <p:timing>
    <p:tnLst>
      <p:par>
        <p:cTn id="1" dur="indefinite" restart="never" nodeType="tmRoot"/>
      </p:par>
    </p:tnLst>
  </p:timing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497" y="0"/>
            <a:ext cx="12062791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139689" y="2284058"/>
            <a:ext cx="11224590" cy="4985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8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ИИ-ассистент технической </a:t>
            </a:r>
            <a:r>
              <a:rPr lang="ru-RU" sz="4800" b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поддержки</a:t>
            </a:r>
            <a:endParaRPr lang="ru-RU" sz="4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3600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</a:t>
            </a:r>
          </a:p>
          <a:p>
            <a:endParaRPr lang="ru-RU" sz="3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3600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			Дипломный </a:t>
            </a:r>
            <a:r>
              <a:rPr lang="ru-RU" sz="3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проект курса </a:t>
            </a:r>
            <a:r>
              <a:rPr lang="ru-RU" sz="3600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				«</a:t>
            </a:r>
            <a:r>
              <a:rPr lang="ru-RU" sz="3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ИИ-разработчик: от </a:t>
            </a:r>
            <a:r>
              <a:rPr lang="ru-RU" sz="3600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					API </a:t>
            </a:r>
            <a:r>
              <a:rPr lang="ru-RU" sz="3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до агентов»</a:t>
            </a:r>
          </a:p>
          <a:p>
            <a:endParaRPr lang="ru-RU" sz="3600" dirty="0" smtClean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3600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			Автор</a:t>
            </a:r>
            <a:r>
              <a:rPr lang="ru-RU" sz="3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 </a:t>
            </a:r>
            <a:r>
              <a:rPr lang="ru-RU" sz="3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Даниленко С. С.</a:t>
            </a:r>
            <a:endParaRPr lang="ru-RU" sz="3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971120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26957" y="207803"/>
            <a:ext cx="7805286" cy="722530"/>
          </a:xfrm>
        </p:spPr>
        <p:txBody>
          <a:bodyPr/>
          <a:lstStyle/>
          <a:p>
            <a:r>
              <a:rPr lang="ru-RU" b="1" dirty="0"/>
              <a:t>Задача и пользователь</a:t>
            </a:r>
            <a:br>
              <a:rPr lang="ru-RU" b="1" dirty="0"/>
            </a:br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426957" y="930333"/>
            <a:ext cx="10558906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Пользователь: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сотрудники АО «УК «БМЗ» (первая линия УИТ, технические специалисты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ru-RU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Домены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ru-RU" dirty="0"/>
              <a:t>1С:ЕРП, 1С:ЗУП, КСМПП, Сеть, Почта, </a:t>
            </a:r>
            <a:r>
              <a:rPr lang="ru-RU" dirty="0" smtClean="0"/>
              <a:t>Прочее</a:t>
            </a:r>
          </a:p>
          <a:p>
            <a:pPr>
              <a:lnSpc>
                <a:spcPct val="150000"/>
              </a:lnSpc>
            </a:pPr>
            <a:r>
              <a:rPr lang="ru-RU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Что 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закрывает система: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Ответы на типовые вопросы по корпоративным ИТ-системам</a:t>
            </a:r>
          </a:p>
          <a:p>
            <a:pPr lvl="1">
              <a:lnSpc>
                <a:spcPct val="150000"/>
              </a:lnSpc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Автоматическая эскалация сложных вопросов в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HelpDesk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Получение статуса заявки, отправленной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 </a:t>
            </a:r>
            <a:r>
              <a:rPr lang="ru-RU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HelpDesk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92922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97552" y="259220"/>
            <a:ext cx="7805286" cy="722530"/>
          </a:xfrm>
        </p:spPr>
        <p:txBody>
          <a:bodyPr/>
          <a:lstStyle/>
          <a:p>
            <a:r>
              <a:rPr lang="ru-RU" b="1" dirty="0"/>
              <a:t>Почему здесь нужен 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7552" y="981750"/>
            <a:ext cx="10475248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Проблема обычного поиска: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Ключевой поиск не работает на смысловых запросах («Как получить доступ к 1С?»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«Инструкция по оформлению заявки»)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FAQ-страница не отвечает на составные вопросы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Сотрудник не знает 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каком документе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искать</a:t>
            </a:r>
          </a:p>
          <a:p>
            <a:pPr>
              <a:lnSpc>
                <a:spcPct val="150000"/>
              </a:lnSpc>
            </a:pPr>
            <a:r>
              <a:rPr lang="ru-RU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Что даёт RAG-подход: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Понимает смысл запроса через </a:t>
            </a:r>
            <a:r>
              <a:rPr lang="ru-RU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эмбеддинги</a:t>
            </a:r>
            <a:endParaRPr lang="ru-RU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Находит </a:t>
            </a:r>
            <a:r>
              <a:rPr lang="ru-RU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фрагменты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 в 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70 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документах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Генерирует ответ с </a:t>
            </a:r>
            <a:r>
              <a:rPr lang="ru-RU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прямыми ссылками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 на источники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26539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79987" y="220033"/>
            <a:ext cx="7805286" cy="722530"/>
          </a:xfrm>
        </p:spPr>
        <p:txBody>
          <a:bodyPr/>
          <a:lstStyle/>
          <a:p>
            <a:r>
              <a:rPr lang="ru-RU" b="1" dirty="0"/>
              <a:t>База знаний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6389" y="942563"/>
            <a:ext cx="10620102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Корпус: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70 </a:t>
            </a:r>
            <a:r>
              <a:rPr lang="ru-RU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документов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из корпоративной базы знаний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Форматы: PDF, DOCX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646 </a:t>
            </a:r>
            <a:r>
              <a:rPr lang="ru-RU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чанков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в векторной базе Qdrant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Средний размер документа: 20–50 страниц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Категории: 1С:ЕРП, 1С:ЗУП, КСМПП, Сеть, Почта, 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Прочее</a:t>
            </a:r>
          </a:p>
          <a:p>
            <a:pPr>
              <a:lnSpc>
                <a:spcPct val="150000"/>
              </a:lnSpc>
            </a:pPr>
            <a:r>
              <a:rPr lang="ru-RU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Почему 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именно эти документы: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Реальные инструкции и регламенты, которыми пользуется УИТ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Охватывают 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существенное количество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типовых обращений</a:t>
            </a:r>
          </a:p>
        </p:txBody>
      </p:sp>
    </p:spTree>
    <p:extLst>
      <p:ext uri="{BB962C8B-B14F-4D97-AF65-F5344CB8AC3E}">
        <p14:creationId xmlns:p14="http://schemas.microsoft.com/office/powerpoint/2010/main" val="28129961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980" y="504825"/>
            <a:ext cx="6352186" cy="6276975"/>
          </a:xfrm>
          <a:prstGeom prst="rect">
            <a:avLst/>
          </a:prstGeom>
        </p:spPr>
      </p:pic>
      <p:pic>
        <p:nvPicPr>
          <p:cNvPr id="7" name="Рисунок 6"/>
          <p:cNvPicPr/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8540" y="259306"/>
            <a:ext cx="3148965" cy="4029075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73455" y="143560"/>
            <a:ext cx="7805286" cy="722530"/>
          </a:xfrm>
        </p:spPr>
        <p:txBody>
          <a:bodyPr/>
          <a:lstStyle/>
          <a:p>
            <a:r>
              <a:rPr lang="ru-RU" b="1" dirty="0"/>
              <a:t>Архитектура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437" y="1534073"/>
            <a:ext cx="4186103" cy="5185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9156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75913" y="167219"/>
            <a:ext cx="7805286" cy="722530"/>
          </a:xfrm>
        </p:spPr>
        <p:txBody>
          <a:bodyPr/>
          <a:lstStyle/>
          <a:p>
            <a:r>
              <a:rPr lang="ru-RU" b="1" dirty="0"/>
              <a:t>Выбор модели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0271" y="528484"/>
            <a:ext cx="10451690" cy="63248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b="1" dirty="0" smtClean="0"/>
              <a:t>Параметр - Значение</a:t>
            </a:r>
            <a:endParaRPr lang="ru-RU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 smtClean="0"/>
              <a:t>Модель     -  </a:t>
            </a:r>
            <a:r>
              <a:rPr lang="en-US" dirty="0" err="1" smtClean="0"/>
              <a:t>frob</a:t>
            </a:r>
            <a:r>
              <a:rPr lang="en-US" dirty="0" smtClean="0"/>
              <a:t>/qwen3.5-instruct:4b</a:t>
            </a:r>
            <a:endParaRPr lang="en-US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Хост	</a:t>
            </a:r>
            <a:r>
              <a:rPr lang="ru-RU" dirty="0" smtClean="0"/>
              <a:t>        -  </a:t>
            </a:r>
            <a:r>
              <a:rPr lang="en-US" dirty="0" err="1" smtClean="0"/>
              <a:t>Ollama</a:t>
            </a:r>
            <a:r>
              <a:rPr lang="en-US" dirty="0" smtClean="0"/>
              <a:t> </a:t>
            </a:r>
            <a:r>
              <a:rPr lang="en-US" dirty="0"/>
              <a:t>(</a:t>
            </a:r>
            <a:r>
              <a:rPr lang="ru-RU" dirty="0"/>
              <a:t>локально)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GPU	</a:t>
            </a:r>
            <a:r>
              <a:rPr lang="ru-RU" dirty="0" smtClean="0"/>
              <a:t>        - </a:t>
            </a:r>
            <a:r>
              <a:rPr lang="en-US" dirty="0" smtClean="0"/>
              <a:t>RTX </a:t>
            </a:r>
            <a:r>
              <a:rPr lang="en-US" dirty="0"/>
              <a:t>5070, 12 </a:t>
            </a:r>
            <a:r>
              <a:rPr lang="ru-RU" dirty="0"/>
              <a:t>ГБ </a:t>
            </a:r>
            <a:r>
              <a:rPr lang="en-US" dirty="0"/>
              <a:t>VRAM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VRAM </a:t>
            </a:r>
            <a:r>
              <a:rPr lang="ru-RU" dirty="0"/>
              <a:t>модели	~2.5–3 ГБ (влезает с запасом)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Latency	~2–5 </a:t>
            </a:r>
            <a:r>
              <a:rPr lang="ru-RU" dirty="0"/>
              <a:t>сек на </a:t>
            </a:r>
            <a:r>
              <a:rPr lang="ru-RU" dirty="0" smtClean="0"/>
              <a:t>ответ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RAM — 32 ГБ (минимум), 64 ГБ (рекомендуется)</a:t>
            </a:r>
            <a:endParaRPr lang="ru-RU" dirty="0" smtClean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 smtClean="0"/>
              <a:t>Стоимость  - 250 тыс. руб.</a:t>
            </a:r>
            <a:endParaRPr lang="ru-RU" dirty="0"/>
          </a:p>
          <a:p>
            <a:pPr>
              <a:lnSpc>
                <a:spcPct val="150000"/>
              </a:lnSpc>
            </a:pPr>
            <a:r>
              <a:rPr lang="ru-RU" b="1" dirty="0"/>
              <a:t>Почему локально: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smtClean="0"/>
              <a:t>On-premise </a:t>
            </a:r>
            <a:r>
              <a:rPr lang="en-US" dirty="0"/>
              <a:t>— </a:t>
            </a:r>
            <a:r>
              <a:rPr lang="ru-RU" dirty="0"/>
              <a:t>данные не покидают контур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 smtClean="0"/>
              <a:t>Нет </a:t>
            </a:r>
            <a:r>
              <a:rPr lang="ru-RU" dirty="0"/>
              <a:t>затрат на </a:t>
            </a:r>
            <a:r>
              <a:rPr lang="en-US" dirty="0"/>
              <a:t>API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 smtClean="0"/>
              <a:t> </a:t>
            </a:r>
            <a:r>
              <a:rPr lang="ru-RU" dirty="0"/>
              <a:t>Работает без </a:t>
            </a:r>
            <a:r>
              <a:rPr lang="ru-RU" dirty="0" smtClean="0"/>
              <a:t>интернета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 smtClean="0"/>
              <a:t>Требование службы безопасности организации</a:t>
            </a:r>
            <a:endParaRPr lang="ru-RU" dirty="0"/>
          </a:p>
          <a:p>
            <a:pPr>
              <a:lnSpc>
                <a:spcPct val="150000"/>
              </a:lnSpc>
            </a:pPr>
            <a:r>
              <a:rPr lang="ru-RU" smtClean="0"/>
              <a:t>Ограничение </a:t>
            </a:r>
            <a:r>
              <a:rPr lang="ru-RU" dirty="0"/>
              <a:t>4</a:t>
            </a:r>
            <a:r>
              <a:rPr lang="en-US" dirty="0"/>
              <a:t>B-</a:t>
            </a:r>
            <a:r>
              <a:rPr lang="ru-RU" dirty="0"/>
              <a:t>модели: слабее на сложных многошаговых запросах</a:t>
            </a:r>
          </a:p>
          <a:p>
            <a:pPr>
              <a:lnSpc>
                <a:spcPct val="150000"/>
              </a:lnSpc>
            </a:pPr>
            <a:r>
              <a:rPr lang="ru-RU" dirty="0" smtClean="0"/>
              <a:t>Альтернативы</a:t>
            </a:r>
            <a:r>
              <a:rPr lang="ru-RU" dirty="0"/>
              <a:t>: </a:t>
            </a:r>
            <a:r>
              <a:rPr lang="en-US" dirty="0"/>
              <a:t>GPT-4o-mini, </a:t>
            </a:r>
            <a:r>
              <a:rPr lang="en-US" dirty="0" err="1"/>
              <a:t>GigaChat</a:t>
            </a:r>
            <a:r>
              <a:rPr lang="en-US" dirty="0"/>
              <a:t>, </a:t>
            </a:r>
            <a:r>
              <a:rPr lang="en-US" dirty="0" err="1"/>
              <a:t>YandexGPT</a:t>
            </a:r>
            <a:r>
              <a:rPr lang="en-US" dirty="0"/>
              <a:t> — </a:t>
            </a:r>
            <a:r>
              <a:rPr lang="ru-RU" dirty="0"/>
              <a:t>отклонены по требованию </a:t>
            </a:r>
            <a:r>
              <a:rPr lang="en-US" dirty="0" err="1"/>
              <a:t>on-premise</a:t>
            </a:r>
            <a:r>
              <a:rPr lang="en-US" dirty="0" smtClean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37800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07087" y="167219"/>
            <a:ext cx="7805286" cy="722530"/>
          </a:xfrm>
        </p:spPr>
        <p:txBody>
          <a:bodyPr/>
          <a:lstStyle/>
          <a:p>
            <a:r>
              <a:rPr lang="ru-RU" b="1" dirty="0"/>
              <a:t>Хранение и поиск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1071715" y="797962"/>
            <a:ext cx="10638503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b="1" dirty="0" smtClean="0"/>
              <a:t>Основные параметры: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 smtClean="0"/>
              <a:t>Векторная </a:t>
            </a:r>
            <a:r>
              <a:rPr lang="ru-RU" dirty="0"/>
              <a:t>БД: </a:t>
            </a:r>
            <a:r>
              <a:rPr lang="en-US" dirty="0" err="1" smtClean="0"/>
              <a:t>Qdrant</a:t>
            </a:r>
            <a:endParaRPr lang="en-US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Модель </a:t>
            </a:r>
            <a:r>
              <a:rPr lang="ru-RU" dirty="0" err="1"/>
              <a:t>эмбеддингов</a:t>
            </a:r>
            <a:r>
              <a:rPr lang="ru-RU" dirty="0"/>
              <a:t>: </a:t>
            </a:r>
            <a:r>
              <a:rPr lang="en-US" dirty="0"/>
              <a:t>BAAI/bge-m3 (1024 dim, </a:t>
            </a:r>
            <a:r>
              <a:rPr lang="ru-RU" dirty="0" err="1"/>
              <a:t>мультиязычная</a:t>
            </a:r>
            <a:r>
              <a:rPr lang="ru-RU" dirty="0" smtClean="0"/>
              <a:t>)</a:t>
            </a:r>
            <a:endParaRPr lang="ru-RU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 err="1"/>
              <a:t>Чанкинг</a:t>
            </a:r>
            <a:r>
              <a:rPr lang="ru-RU" dirty="0"/>
              <a:t>: </a:t>
            </a:r>
            <a:r>
              <a:rPr lang="en-US" dirty="0"/>
              <a:t>size=512, </a:t>
            </a:r>
            <a:r>
              <a:rPr lang="en-US" dirty="0" smtClean="0"/>
              <a:t>overlap=64</a:t>
            </a:r>
            <a:endParaRPr lang="en-US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Метрика: </a:t>
            </a:r>
            <a:r>
              <a:rPr lang="en-US" dirty="0"/>
              <a:t>COSINE (</a:t>
            </a:r>
            <a:r>
              <a:rPr lang="ru-RU" dirty="0"/>
              <a:t>эквивалентна </a:t>
            </a:r>
            <a:r>
              <a:rPr lang="en-US" dirty="0"/>
              <a:t>DOT </a:t>
            </a:r>
            <a:r>
              <a:rPr lang="ru-RU" dirty="0"/>
              <a:t>для </a:t>
            </a:r>
            <a:r>
              <a:rPr lang="en-US" dirty="0"/>
              <a:t>L2-</a:t>
            </a:r>
            <a:r>
              <a:rPr lang="ru-RU" dirty="0"/>
              <a:t>норм. </a:t>
            </a:r>
            <a:r>
              <a:rPr lang="en-US" dirty="0"/>
              <a:t>BGE-M3 — </a:t>
            </a:r>
            <a:r>
              <a:rPr lang="ru-RU" dirty="0"/>
              <a:t>проверено экспериментом 5/5</a:t>
            </a:r>
            <a:r>
              <a:rPr lang="ru-RU" dirty="0" smtClean="0"/>
              <a:t>)</a:t>
            </a:r>
            <a:endParaRPr lang="ru-RU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Порог релевантности: </a:t>
            </a:r>
            <a:r>
              <a:rPr lang="en-US" dirty="0" smtClean="0"/>
              <a:t>RAG_SCORE_THRESHOLD=0.62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ru-RU" b="1" dirty="0"/>
              <a:t>Почему 512/64</a:t>
            </a:r>
            <a:r>
              <a:rPr lang="ru-RU" b="1" dirty="0" smtClean="0"/>
              <a:t>:</a:t>
            </a:r>
            <a:endParaRPr lang="ru-RU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512 </a:t>
            </a:r>
            <a:r>
              <a:rPr lang="ru-RU" dirty="0" err="1"/>
              <a:t>токенов</a:t>
            </a:r>
            <a:r>
              <a:rPr lang="ru-RU" dirty="0"/>
              <a:t> — оптимально для технических </a:t>
            </a:r>
            <a:r>
              <a:rPr lang="ru-RU" dirty="0" smtClean="0"/>
              <a:t>инструкций</a:t>
            </a:r>
            <a:endParaRPr lang="ru-RU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Не рвёт смысл, влезает в контекст </a:t>
            </a:r>
            <a:r>
              <a:rPr lang="en-US" dirty="0" smtClean="0"/>
              <a:t>LLM</a:t>
            </a:r>
            <a:endParaRPr lang="en-US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64 </a:t>
            </a:r>
            <a:r>
              <a:rPr lang="ru-RU" dirty="0" err="1"/>
              <a:t>токена</a:t>
            </a:r>
            <a:r>
              <a:rPr lang="ru-RU" dirty="0"/>
              <a:t> перекрытия — сохраняет связность</a:t>
            </a:r>
          </a:p>
        </p:txBody>
      </p:sp>
    </p:spTree>
    <p:extLst>
      <p:ext uri="{BB962C8B-B14F-4D97-AF65-F5344CB8AC3E}">
        <p14:creationId xmlns:p14="http://schemas.microsoft.com/office/powerpoint/2010/main" val="33181929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75913" y="167219"/>
            <a:ext cx="7805286" cy="722530"/>
          </a:xfrm>
        </p:spPr>
        <p:txBody>
          <a:bodyPr/>
          <a:lstStyle/>
          <a:p>
            <a:r>
              <a:rPr lang="ru-RU" b="1" dirty="0"/>
              <a:t>Агентный слой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599768" y="748801"/>
            <a:ext cx="6096000" cy="5909310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ru-RU" b="1" dirty="0" smtClean="0"/>
              <a:t>Один </a:t>
            </a:r>
            <a:r>
              <a:rPr lang="ru-RU" b="1" dirty="0"/>
              <a:t>агент с инструментами (LangGraph</a:t>
            </a:r>
            <a:r>
              <a:rPr lang="ru-RU" b="1" dirty="0" smtClean="0"/>
              <a:t>):</a:t>
            </a:r>
            <a:endParaRPr lang="ru-RU" b="1" dirty="0"/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dirty="0" err="1" smtClean="0"/>
              <a:t>search_knowledge_base</a:t>
            </a:r>
            <a:r>
              <a:rPr lang="en-US" dirty="0" smtClean="0"/>
              <a:t> </a:t>
            </a:r>
            <a:r>
              <a:rPr lang="en-US" dirty="0"/>
              <a:t>— </a:t>
            </a:r>
            <a:r>
              <a:rPr lang="ru-RU" dirty="0"/>
              <a:t>поиск по </a:t>
            </a:r>
            <a:r>
              <a:rPr lang="en-US" dirty="0"/>
              <a:t>RAG-</a:t>
            </a:r>
            <a:r>
              <a:rPr lang="ru-RU" dirty="0"/>
              <a:t>базе (безопасный)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dirty="0" err="1" smtClean="0"/>
              <a:t>get_helpdesk_status</a:t>
            </a:r>
            <a:r>
              <a:rPr lang="en-US" dirty="0" smtClean="0"/>
              <a:t> </a:t>
            </a:r>
            <a:r>
              <a:rPr lang="en-US" dirty="0"/>
              <a:t>— </a:t>
            </a:r>
            <a:r>
              <a:rPr lang="ru-RU" dirty="0"/>
              <a:t>статус заявки в </a:t>
            </a:r>
            <a:r>
              <a:rPr lang="en-US" dirty="0" err="1"/>
              <a:t>HelpDesk</a:t>
            </a:r>
            <a:r>
              <a:rPr lang="en-US" dirty="0"/>
              <a:t> (</a:t>
            </a:r>
            <a:r>
              <a:rPr lang="ru-RU" dirty="0"/>
              <a:t>безопасный)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dirty="0" err="1" smtClean="0"/>
              <a:t>send_email</a:t>
            </a:r>
            <a:r>
              <a:rPr lang="en-US" dirty="0" smtClean="0"/>
              <a:t> </a:t>
            </a:r>
            <a:r>
              <a:rPr lang="en-US" dirty="0"/>
              <a:t>— </a:t>
            </a:r>
            <a:r>
              <a:rPr lang="ru-RU" dirty="0"/>
              <a:t>отправка письма (требует подтверждения, </a:t>
            </a:r>
            <a:r>
              <a:rPr lang="en-US" dirty="0"/>
              <a:t>HIL</a:t>
            </a:r>
            <a:r>
              <a:rPr lang="en-US" dirty="0" smtClean="0"/>
              <a:t>)</a:t>
            </a:r>
            <a:endParaRPr lang="ru-RU" dirty="0" smtClean="0"/>
          </a:p>
          <a:p>
            <a:pPr>
              <a:lnSpc>
                <a:spcPct val="150000"/>
              </a:lnSpc>
            </a:pPr>
            <a:r>
              <a:rPr lang="ru-RU" b="1" dirty="0" smtClean="0"/>
              <a:t>HIL </a:t>
            </a:r>
            <a:r>
              <a:rPr lang="ru-RU" b="1" dirty="0"/>
              <a:t>— Human-in-the-loop</a:t>
            </a:r>
            <a:r>
              <a:rPr lang="ru-RU" b="1" dirty="0" smtClean="0"/>
              <a:t>:</a:t>
            </a:r>
            <a:endParaRPr lang="ru-RU" dirty="0"/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ru-RU" dirty="0"/>
              <a:t>Агент готовит draft </a:t>
            </a:r>
            <a:r>
              <a:rPr lang="ru-RU" dirty="0" smtClean="0"/>
              <a:t>письма</a:t>
            </a:r>
            <a:endParaRPr lang="ru-RU" dirty="0"/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ru-RU" dirty="0"/>
              <a:t>Граф приостанавливается (interrupt</a:t>
            </a:r>
            <a:r>
              <a:rPr lang="ru-RU" dirty="0" smtClean="0"/>
              <a:t>)</a:t>
            </a:r>
            <a:endParaRPr lang="ru-RU" dirty="0"/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ru-RU" dirty="0"/>
              <a:t>Пользователь видит inline-кнопки «Отправить / Отмена</a:t>
            </a:r>
            <a:r>
              <a:rPr lang="ru-RU" dirty="0" smtClean="0"/>
              <a:t>»</a:t>
            </a:r>
            <a:endParaRPr lang="ru-RU" dirty="0"/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ru-RU" dirty="0"/>
              <a:t>Реальная отправка — только после </a:t>
            </a:r>
            <a:r>
              <a:rPr lang="ru-RU" dirty="0" smtClean="0"/>
              <a:t>подтверждения</a:t>
            </a:r>
            <a:endParaRPr lang="ru-RU" dirty="0"/>
          </a:p>
          <a:p>
            <a:pPr>
              <a:lnSpc>
                <a:spcPct val="150000"/>
              </a:lnSpc>
            </a:pPr>
            <a:r>
              <a:rPr lang="ru-RU" dirty="0"/>
              <a:t>Чекпоинтер — Postgres: состояние переживает рестарт.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6066" y="255443"/>
            <a:ext cx="2674154" cy="4711354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1163"/>
          <a:stretch/>
        </p:blipFill>
        <p:spPr>
          <a:xfrm>
            <a:off x="6738781" y="4566165"/>
            <a:ext cx="4641748" cy="1962454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63265" y="489117"/>
            <a:ext cx="2860277" cy="4077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65818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3682474"/>
              </p:ext>
            </p:extLst>
          </p:nvPr>
        </p:nvGraphicFramePr>
        <p:xfrm>
          <a:off x="1314245" y="1496413"/>
          <a:ext cx="9839530" cy="3866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19765">
                  <a:extLst>
                    <a:ext uri="{9D8B030D-6E8A-4147-A177-3AD203B41FA5}">
                      <a16:colId xmlns:a16="http://schemas.microsoft.com/office/drawing/2014/main" val="3183799197"/>
                    </a:ext>
                  </a:extLst>
                </a:gridCol>
                <a:gridCol w="4919765">
                  <a:extLst>
                    <a:ext uri="{9D8B030D-6E8A-4147-A177-3AD203B41FA5}">
                      <a16:colId xmlns:a16="http://schemas.microsoft.com/office/drawing/2014/main" val="3246521958"/>
                    </a:ext>
                  </a:extLst>
                </a:gridCol>
              </a:tblGrid>
              <a:tr h="586413">
                <a:tc>
                  <a:txBody>
                    <a:bodyPr/>
                    <a:lstStyle/>
                    <a:p>
                      <a:pPr algn="l"/>
                      <a:r>
                        <a:rPr lang="ru-RU" b="0" dirty="0">
                          <a:effectLst/>
                          <a:latin typeface="quote-cjk-patch"/>
                        </a:rPr>
                        <a:t>Ситуация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b="0">
                          <a:effectLst/>
                          <a:latin typeface="quote-cjk-patch"/>
                        </a:rPr>
                        <a:t>Поведение</a:t>
                      </a: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3075120461"/>
                  </a:ext>
                </a:extLst>
              </a:tr>
              <a:tr h="46784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b="0" i="0" u="none" strike="noStrike" dirty="0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Score &lt; 0.62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b="0" i="0" u="none" strike="noStrike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Код-гард → честный отказ без вызова LLM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59947029"/>
                  </a:ext>
                </a:extLst>
              </a:tr>
              <a:tr h="704176"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b="0" i="0" u="none" strike="noStrike" dirty="0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LLM (</a:t>
                      </a:r>
                      <a:r>
                        <a:rPr lang="en-US" sz="1800" b="0" i="0" u="none" strike="noStrike" dirty="0" err="1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Ollama</a:t>
                      </a:r>
                      <a:r>
                        <a:rPr lang="en-US" sz="1800" b="0" i="0" u="none" strike="noStrike" dirty="0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) </a:t>
                      </a:r>
                      <a:r>
                        <a:rPr lang="ru-RU" sz="1800" b="0" i="0" u="none" strike="noStrike" dirty="0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недоступна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b="0" i="0" u="none" strike="noStrike" dirty="0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HTTP 503, </a:t>
                      </a:r>
                      <a:r>
                        <a:rPr lang="ru-RU" sz="1800" b="0" i="0" u="none" strike="noStrike" dirty="0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код </a:t>
                      </a:r>
                      <a:r>
                        <a:rPr lang="en-US" sz="1800" b="0" i="0" u="none" strike="noStrike" dirty="0" err="1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llm_unavailable</a:t>
                      </a:r>
                      <a:r>
                        <a:rPr lang="en-US" sz="1800" b="0" i="0" u="none" strike="noStrike" dirty="0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; </a:t>
                      </a:r>
                      <a:r>
                        <a:rPr lang="ru-RU" sz="1800" b="0" i="0" u="none" strike="noStrike" dirty="0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в </a:t>
                      </a:r>
                      <a:r>
                        <a:rPr lang="en-US" sz="1800" b="0" i="0" u="none" strike="noStrike" dirty="0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SSE — </a:t>
                      </a:r>
                      <a:r>
                        <a:rPr lang="ru-RU" sz="1800" b="0" i="0" u="none" strike="noStrike" dirty="0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событие </a:t>
                      </a:r>
                      <a:r>
                        <a:rPr lang="en-US" sz="1800" b="0" i="0" u="none" strike="noStrike" dirty="0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type="error"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318479941"/>
                  </a:ext>
                </a:extLst>
              </a:tr>
              <a:tr h="467849"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b="0" i="0" u="none" strike="noStrike" dirty="0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Таймаут </a:t>
                      </a:r>
                      <a:r>
                        <a:rPr lang="en-US" sz="1800" b="0" i="0" u="none" strike="noStrike" dirty="0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LLM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b="0" i="0" u="none" strike="noStrike" dirty="0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180 сек, 3 </a:t>
                      </a:r>
                      <a:r>
                        <a:rPr lang="en-US" sz="1800" b="0" i="0" u="none" strike="noStrike" dirty="0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retry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1470095030"/>
                  </a:ext>
                </a:extLst>
              </a:tr>
              <a:tr h="46784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b="0" i="0" u="none" strike="noStrike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Redis </a:t>
                      </a:r>
                      <a:r>
                        <a:rPr lang="ru-RU" sz="1800" b="0" i="0" u="none" strike="noStrike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недоступен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b="0" i="0" u="none" strike="noStrike" dirty="0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Работает без </a:t>
                      </a:r>
                      <a:r>
                        <a:rPr lang="ru-RU" sz="1800" b="0" i="0" u="none" strike="noStrike" dirty="0" err="1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кеша</a:t>
                      </a:r>
                      <a:r>
                        <a:rPr lang="ru-RU" sz="1800" b="0" i="0" u="none" strike="noStrike" dirty="0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 (</a:t>
                      </a:r>
                      <a:r>
                        <a:rPr lang="en-US" sz="1800" b="0" i="0" u="none" strike="noStrike" dirty="0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graceful degradation)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2054437192"/>
                  </a:ext>
                </a:extLst>
              </a:tr>
              <a:tr h="467849"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b="0" i="0" u="none" strike="noStrike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Ошибка трейсинга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b="0" i="0" u="none" strike="noStrike" dirty="0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Не роняет приложение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1984105037"/>
                  </a:ext>
                </a:extLst>
              </a:tr>
              <a:tr h="704176"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b="0" i="0" u="none" strike="noStrike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Postgres </a:t>
                      </a:r>
                      <a:r>
                        <a:rPr lang="ru-RU" sz="1800" b="0" i="0" u="none" strike="noStrike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недоступен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b="0" i="0" u="none" strike="noStrike" dirty="0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Ошибка инициализации </a:t>
                      </a:r>
                      <a:r>
                        <a:rPr lang="ru-RU" sz="1800" b="0" i="0" u="none" strike="noStrike" dirty="0" err="1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чекпоинтера</a:t>
                      </a:r>
                      <a:r>
                        <a:rPr lang="ru-RU" sz="1800" b="0" i="0" u="none" strike="noStrike" dirty="0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 (</a:t>
                      </a:r>
                      <a:r>
                        <a:rPr lang="ru-RU" sz="1800" b="0" i="0" u="none" strike="noStrike" dirty="0" err="1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fallback</a:t>
                      </a:r>
                      <a:r>
                        <a:rPr lang="ru-RU" sz="1800" b="0" i="0" u="none" strike="noStrike" dirty="0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 не реализован)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4141621243"/>
                  </a:ext>
                </a:extLst>
              </a:tr>
            </a:tbl>
          </a:graphicData>
        </a:graphic>
      </p:graphicFrame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375913" y="167219"/>
            <a:ext cx="7805286" cy="722530"/>
          </a:xfrm>
        </p:spPr>
        <p:txBody>
          <a:bodyPr/>
          <a:lstStyle/>
          <a:p>
            <a:r>
              <a:rPr lang="ru-RU" b="1" dirty="0"/>
              <a:t> Поведение при сбоях</a:t>
            </a:r>
            <a:br>
              <a:rPr lang="ru-RU" b="1" dirty="0"/>
            </a:br>
            <a:endParaRPr lang="ru-RU" b="1" dirty="0"/>
          </a:p>
        </p:txBody>
      </p:sp>
    </p:spTree>
    <p:extLst>
      <p:ext uri="{BB962C8B-B14F-4D97-AF65-F5344CB8AC3E}">
        <p14:creationId xmlns:p14="http://schemas.microsoft.com/office/powerpoint/2010/main" val="22384151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74235" y="236044"/>
            <a:ext cx="7805286" cy="722530"/>
          </a:xfrm>
        </p:spPr>
        <p:txBody>
          <a:bodyPr/>
          <a:lstStyle/>
          <a:p>
            <a:r>
              <a:rPr lang="ru-RU" b="1" dirty="0"/>
              <a:t>Результат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474235" y="736261"/>
            <a:ext cx="809949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0F1115"/>
                </a:solidFill>
                <a:latin typeface="quote-cjk-patch"/>
              </a:rPr>
              <a:t>Оценка через RAGAS на golden dataset из 15 вопросов:</a:t>
            </a:r>
            <a:endParaRPr lang="ru-RU" dirty="0"/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848433"/>
              </p:ext>
            </p:extLst>
          </p:nvPr>
        </p:nvGraphicFramePr>
        <p:xfrm>
          <a:off x="911123" y="1378427"/>
          <a:ext cx="8128000" cy="4076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427072414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27287315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13272404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154153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ru-RU" b="0" dirty="0">
                          <a:effectLst/>
                          <a:latin typeface="quote-cjk-patch"/>
                        </a:rPr>
                        <a:t>Метрика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b="0">
                          <a:effectLst/>
                          <a:latin typeface="quote-cjk-patch"/>
                        </a:rPr>
                        <a:t>1-й запуск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b="0">
                          <a:effectLst/>
                          <a:latin typeface="quote-cjk-patch"/>
                        </a:rPr>
                        <a:t>3-й запуск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l-GR" b="0">
                          <a:effectLst/>
                          <a:latin typeface="quote-cjk-patch"/>
                        </a:rPr>
                        <a:t>Δ</a:t>
                      </a: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15845383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  <a:latin typeface="quote-cjk-patch"/>
                        </a:rPr>
                        <a:t>Faithfulness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b="0" dirty="0">
                          <a:effectLst/>
                          <a:latin typeface="quote-cjk-patch"/>
                        </a:rPr>
                        <a:t>0.876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b="0" dirty="0">
                          <a:effectLst/>
                          <a:latin typeface="quote-cjk-patch"/>
                        </a:rPr>
                        <a:t>0.933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b="0">
                          <a:effectLst/>
                          <a:latin typeface="quote-cjk-patch"/>
                        </a:rPr>
                        <a:t>+0.06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35283033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effectLst/>
                          <a:latin typeface="quote-cjk-patch"/>
                        </a:rPr>
                        <a:t>Answer Relevancy</a:t>
                      </a:r>
                      <a:endParaRPr lang="en-US" b="0" dirty="0"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b="0" dirty="0">
                          <a:effectLst/>
                          <a:latin typeface="quote-cjk-patch"/>
                        </a:rPr>
                        <a:t>0.524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b="0" dirty="0">
                          <a:effectLst/>
                          <a:latin typeface="quote-cjk-patch"/>
                        </a:rPr>
                        <a:t>0.638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b="0" dirty="0">
                          <a:effectLst/>
                          <a:latin typeface="quote-cjk-patch"/>
                        </a:rPr>
                        <a:t>+0.11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41424923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  <a:latin typeface="quote-cjk-patch"/>
                        </a:rPr>
                        <a:t>Context Precision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b="0">
                          <a:effectLst/>
                          <a:latin typeface="quote-cjk-patch"/>
                        </a:rPr>
                        <a:t>0.734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b="0" dirty="0">
                          <a:effectLst/>
                          <a:latin typeface="quote-cjk-patch"/>
                        </a:rPr>
                        <a:t>0.906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b="0">
                          <a:effectLst/>
                          <a:latin typeface="quote-cjk-patch"/>
                        </a:rPr>
                        <a:t>+0.17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30284133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  <a:latin typeface="quote-cjk-patch"/>
                        </a:rPr>
                        <a:t>Context Recall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b="0">
                          <a:effectLst/>
                          <a:latin typeface="quote-cjk-patch"/>
                        </a:rPr>
                        <a:t>0.667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b="0" dirty="0">
                          <a:effectLst/>
                          <a:latin typeface="quote-cjk-patch"/>
                        </a:rPr>
                        <a:t>0.933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b="0">
                          <a:effectLst/>
                          <a:latin typeface="quote-cjk-patch"/>
                        </a:rPr>
                        <a:t>+0.27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2171364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  <a:latin typeface="quote-cjk-patch"/>
                        </a:rPr>
                        <a:t>Factual Correctness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b="0">
                          <a:effectLst/>
                          <a:latin typeface="quote-cjk-patch"/>
                        </a:rPr>
                        <a:t>0.230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b="0" dirty="0">
                          <a:effectLst/>
                          <a:latin typeface="quote-cjk-patch"/>
                        </a:rPr>
                        <a:t>0.585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b="0">
                          <a:effectLst/>
                          <a:latin typeface="quote-cjk-patch"/>
                        </a:rPr>
                        <a:t>+0.36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3500215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  <a:latin typeface="quote-cjk-patch"/>
                        </a:rPr>
                        <a:t>Has Citation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b="0">
                          <a:effectLst/>
                          <a:latin typeface="quote-cjk-patch"/>
                        </a:rPr>
                        <a:t>—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b="0" dirty="0">
                          <a:effectLst/>
                          <a:latin typeface="quote-cjk-patch"/>
                        </a:rPr>
                        <a:t>15/15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800" b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  <a:endParaRPr lang="ru-RU" sz="1800" b="1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22366447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156913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469785" y="333631"/>
            <a:ext cx="7852094" cy="1036116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vert="horz" wrap="square" lIns="0" tIns="101568" rIns="0" bIns="101568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</a:rPr>
              <a:t>«</a:t>
            </a:r>
            <a:r>
              <a:rPr kumimoji="0" lang="ru-RU" altLang="ru-RU" b="0" i="0" u="none" strike="noStrike" cap="none" normalizeH="0" baseline="0" dirty="0" err="1" smtClean="0">
                <a:ln>
                  <a:noFill/>
                </a:ln>
                <a:solidFill>
                  <a:srgbClr val="0F1115"/>
                </a:solidFill>
                <a:effectLst/>
              </a:rPr>
              <a:t>Phoenix</a:t>
            </a:r>
            <a:r>
              <a:rPr kumimoji="0" lang="ru-RU" altLang="ru-RU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</a:rPr>
              <a:t> — локальный UI, OTLP-совместимый </a:t>
            </a:r>
            <a:r>
              <a:rPr kumimoji="0" lang="ru-RU" altLang="ru-RU" b="0" i="0" u="none" strike="noStrike" cap="none" normalizeH="0" baseline="0" dirty="0" err="1" smtClean="0">
                <a:ln>
                  <a:noFill/>
                </a:ln>
                <a:solidFill>
                  <a:srgbClr val="0F1115"/>
                </a:solidFill>
                <a:effectLst/>
              </a:rPr>
              <a:t>трейсинг</a:t>
            </a:r>
            <a:r>
              <a:rPr kumimoji="0" lang="ru-RU" altLang="ru-RU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</a:rPr>
              <a:t>».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</a:rPr>
              <a:t>«Видны шаги </a:t>
            </a:r>
            <a:r>
              <a:rPr kumimoji="0" lang="ru-RU" altLang="ru-RU" b="0" i="0" u="none" strike="noStrike" cap="none" normalizeH="0" baseline="0" dirty="0" err="1" smtClean="0">
                <a:ln>
                  <a:noFill/>
                </a:ln>
                <a:solidFill>
                  <a:srgbClr val="0F1115"/>
                </a:solidFill>
                <a:effectLst/>
              </a:rPr>
              <a:t>LangGraph</a:t>
            </a:r>
            <a:r>
              <a:rPr kumimoji="0" lang="ru-RU" altLang="ru-RU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</a:rPr>
              <a:t>, вызовы инструментов, RAG-поиск, LLM</a:t>
            </a:r>
            <a:r>
              <a:rPr kumimoji="0" lang="ru-RU" altLang="ru-RU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</a:rPr>
              <a:t>».</a:t>
            </a:r>
            <a:endParaRPr kumimoji="0" lang="ru-RU" altLang="ru-RU" b="0" i="0" u="none" strike="noStrike" cap="none" normalizeH="0" baseline="0" dirty="0" smtClean="0">
              <a:ln>
                <a:noFill/>
              </a:ln>
              <a:solidFill>
                <a:srgbClr val="0F1115"/>
              </a:solidFill>
              <a:effectLst/>
            </a:endParaRP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82136" y="266218"/>
            <a:ext cx="7805286" cy="722530"/>
          </a:xfrm>
        </p:spPr>
        <p:txBody>
          <a:bodyPr/>
          <a:lstStyle/>
          <a:p>
            <a:r>
              <a:rPr lang="ru-RU" b="1" dirty="0" smtClean="0"/>
              <a:t>Трейсинг</a:t>
            </a:r>
            <a:endParaRPr lang="ru-RU" b="1" dirty="0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1629" y="1369747"/>
            <a:ext cx="10058400" cy="5356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07106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46416" y="137722"/>
            <a:ext cx="7805286" cy="722530"/>
          </a:xfrm>
        </p:spPr>
        <p:txBody>
          <a:bodyPr/>
          <a:lstStyle/>
          <a:p>
            <a:r>
              <a:rPr lang="ru-RU" b="1" dirty="0"/>
              <a:t>Ограничения и планы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737419" y="498987"/>
            <a:ext cx="6096000" cy="5909310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ru-RU" b="1" dirty="0"/>
              <a:t>Ограничения</a:t>
            </a:r>
            <a:r>
              <a:rPr lang="ru-RU" b="1" dirty="0" smtClean="0"/>
              <a:t>:</a:t>
            </a:r>
            <a:endParaRPr lang="ru-RU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4B-модель ограничивает </a:t>
            </a:r>
            <a:r>
              <a:rPr lang="ru-RU" dirty="0" smtClean="0"/>
              <a:t>работу </a:t>
            </a:r>
            <a:r>
              <a:rPr lang="ru-RU" dirty="0"/>
              <a:t>со сложными многошаговыми </a:t>
            </a:r>
            <a:r>
              <a:rPr lang="ru-RU" dirty="0" smtClean="0"/>
              <a:t>запросами</a:t>
            </a:r>
            <a:endParaRPr lang="ru-RU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Сценарий «отправь ответ на произвольный email» работает </a:t>
            </a:r>
            <a:r>
              <a:rPr lang="ru-RU" dirty="0" smtClean="0"/>
              <a:t>нестабильно</a:t>
            </a:r>
            <a:endParaRPr lang="ru-RU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Нет интеграции с 1С</a:t>
            </a:r>
            <a:r>
              <a:rPr lang="ru-RU" dirty="0" smtClean="0"/>
              <a:t>:</a:t>
            </a:r>
            <a:r>
              <a:rPr lang="en-US" dirty="0"/>
              <a:t> Itilium</a:t>
            </a:r>
            <a:r>
              <a:rPr lang="ru-RU" dirty="0" smtClean="0"/>
              <a:t> </a:t>
            </a:r>
            <a:r>
              <a:rPr lang="ru-RU" dirty="0"/>
              <a:t>напрямую (только через </a:t>
            </a:r>
            <a:r>
              <a:rPr lang="ru-RU" dirty="0" smtClean="0"/>
              <a:t>почту)</a:t>
            </a:r>
            <a:endParaRPr lang="ru-RU" dirty="0"/>
          </a:p>
          <a:p>
            <a:pPr>
              <a:lnSpc>
                <a:spcPct val="150000"/>
              </a:lnSpc>
            </a:pPr>
            <a:endParaRPr lang="ru-RU" dirty="0"/>
          </a:p>
          <a:p>
            <a:pPr>
              <a:lnSpc>
                <a:spcPct val="150000"/>
              </a:lnSpc>
            </a:pPr>
            <a:r>
              <a:rPr lang="ru-RU" b="1" dirty="0"/>
              <a:t>План развития</a:t>
            </a:r>
            <a:r>
              <a:rPr lang="ru-RU" b="1" dirty="0" smtClean="0"/>
              <a:t>:</a:t>
            </a:r>
            <a:endParaRPr lang="ru-RU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Переход на 7B–14B модель при апгрейде </a:t>
            </a:r>
            <a:r>
              <a:rPr lang="ru-RU" dirty="0" smtClean="0"/>
              <a:t>GPU</a:t>
            </a:r>
            <a:endParaRPr lang="ru-RU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Интеграция с </a:t>
            </a:r>
            <a:r>
              <a:rPr lang="ru-RU" dirty="0" smtClean="0"/>
              <a:t>1С:</a:t>
            </a:r>
            <a:r>
              <a:rPr lang="en-US" dirty="0" smtClean="0"/>
              <a:t>Itilium</a:t>
            </a:r>
            <a:r>
              <a:rPr lang="ru-RU" dirty="0" smtClean="0"/>
              <a:t> </a:t>
            </a:r>
            <a:r>
              <a:rPr lang="ru-RU" dirty="0"/>
              <a:t>через </a:t>
            </a:r>
            <a:r>
              <a:rPr lang="ru-RU" dirty="0" smtClean="0"/>
              <a:t>REST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 smtClean="0"/>
              <a:t>Интеграция с мессенджером </a:t>
            </a:r>
            <a:r>
              <a:rPr lang="en-US" dirty="0" smtClean="0"/>
              <a:t>Express</a:t>
            </a:r>
            <a:endParaRPr lang="ru-RU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Расширение golden dataset до 50 </a:t>
            </a:r>
            <a:r>
              <a:rPr lang="ru-RU" dirty="0" smtClean="0"/>
              <a:t>вопросов</a:t>
            </a:r>
            <a:endParaRPr lang="ru-RU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Гибридный поиск (dense + BM25)</a:t>
            </a:r>
          </a:p>
        </p:txBody>
      </p:sp>
    </p:spTree>
    <p:extLst>
      <p:ext uri="{BB962C8B-B14F-4D97-AF65-F5344CB8AC3E}">
        <p14:creationId xmlns:p14="http://schemas.microsoft.com/office/powerpoint/2010/main" val="8944457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02054" y="3067735"/>
            <a:ext cx="11589945" cy="722530"/>
          </a:xfrm>
        </p:spPr>
        <p:txBody>
          <a:bodyPr/>
          <a:lstStyle/>
          <a:p>
            <a:r>
              <a:rPr lang="ru-RU" sz="4000" b="1" dirty="0"/>
              <a:t>Спасибо за </a:t>
            </a:r>
            <a:r>
              <a:rPr lang="ru-RU" sz="4000" b="1" dirty="0" smtClean="0"/>
              <a:t>внимание</a:t>
            </a:r>
            <a:r>
              <a:rPr lang="ru-RU" dirty="0"/>
              <a:t/>
            </a:r>
            <a:br>
              <a:rPr lang="ru-RU" dirty="0"/>
            </a:br>
            <a:r>
              <a:rPr lang="ru-RU" dirty="0"/>
              <a:t/>
            </a:r>
            <a:br>
              <a:rPr lang="ru-RU" dirty="0"/>
            </a:br>
            <a:r>
              <a:rPr lang="ru-RU" dirty="0"/>
              <a:t>Репозиторий: github.com/ssdanilenko-glitch/itassistant_final</a:t>
            </a:r>
            <a:br>
              <a:rPr lang="ru-RU" dirty="0"/>
            </a:b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281554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rimdVqy4wEqTRjqmPiy4Nw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rimdVqy4wEqTRjqmPiy4Nw"/>
</p:tagLst>
</file>

<file path=ppt/theme/theme1.xml><?xml version="1.0" encoding="utf-8"?>
<a:theme xmlns:a="http://schemas.openxmlformats.org/drawingml/2006/main" name="TMH_presentation_template">
  <a:themeElements>
    <a:clrScheme name="Другая 3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entury Gothic-Palatino Linotype">
      <a:majorFont>
        <a:latin typeface="Century Gothic" panose="020B0502020202020204"/>
        <a:ea typeface=""/>
        <a:cs typeface=""/>
        <a:font script="Jpan" typeface="HGｺﾞｼｯｸM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alatino Linotype" panose="02040502050505030304"/>
        <a:ea typeface=""/>
        <a:cs typeface=""/>
        <a:font script="Grek" typeface="Cambria"/>
        <a:font script="Cyrl" typeface="Cambria"/>
        <a:font script="Jpan" typeface="HG創英ﾌﾟﾚｾﾞﾝｽEB"/>
        <a:font script="Hang" typeface="맑은 고딕"/>
        <a:font script="Hans" typeface="宋体"/>
        <a:font script="Hant" typeface="新細明體"/>
        <a:font script="Arab" typeface="Times New Roman"/>
        <a:font script="Hebr" typeface="Aharoni"/>
        <a:font script="Thai" typeface="Eucrosia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Документ" ma:contentTypeID="0x0101003693EEB457212C40B75DA6B8646633F8" ma:contentTypeVersion="1" ma:contentTypeDescription="Создание документа." ma:contentTypeScope="" ma:versionID="f51487ad80298ce25b8962195385d298">
  <xsd:schema xmlns:xsd="http://www.w3.org/2001/XMLSchema" xmlns:xs="http://www.w3.org/2001/XMLSchema" xmlns:p="http://schemas.microsoft.com/office/2006/metadata/properties" xmlns:ns2="f6d190b6-afa7-485d-9d76-0c1d73123788" targetNamespace="http://schemas.microsoft.com/office/2006/metadata/properties" ma:root="true" ma:fieldsID="8710ed043e28161658c480d663946049" ns2:_="">
    <xsd:import namespace="f6d190b6-afa7-485d-9d76-0c1d73123788"/>
    <xsd:element name="properties">
      <xsd:complexType>
        <xsd:sequence>
          <xsd:element name="documentManagement">
            <xsd:complexType>
              <xsd:all>
                <xsd:element ref="ns2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d190b6-afa7-485d-9d76-0c1d73123788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Общий доступ с использованием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Тип контента"/>
        <xsd:element ref="dc:title" minOccurs="0" maxOccurs="1" ma:index="4" ma:displayName="Название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6037C41-4999-47F0-9F11-2BD35771EB2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A14DAB7-C347-465C-A7F6-BA9CE4928CD3}">
  <ds:schemaRefs>
    <ds:schemaRef ds:uri="http://schemas.microsoft.com/office/2006/metadata/properties"/>
    <ds:schemaRef ds:uri="http://purl.org/dc/terms/"/>
    <ds:schemaRef ds:uri="http://schemas.openxmlformats.org/package/2006/metadata/core-properties"/>
    <ds:schemaRef ds:uri="http://purl.org/dc/dcmitype/"/>
    <ds:schemaRef ds:uri="f6d190b6-afa7-485d-9d76-0c1d73123788"/>
    <ds:schemaRef ds:uri="http://schemas.microsoft.com/office/2006/documentManagement/types"/>
    <ds:schemaRef ds:uri="http://schemas.microsoft.com/office/infopath/2007/PartnerControls"/>
    <ds:schemaRef ds:uri="http://www.w3.org/XML/1998/namespace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B9D5E564-29AA-48BC-B954-E4D2FE0D35F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d190b6-afa7-485d-9d76-0c1d7312378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27657</TotalTime>
  <Words>1032</Words>
  <Application>Microsoft Office PowerPoint</Application>
  <PresentationFormat>Широкоэкранный</PresentationFormat>
  <Paragraphs>144</Paragraphs>
  <Slides>13</Slides>
  <Notes>11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9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23" baseType="lpstr">
      <vt:lpstr>Arial</vt:lpstr>
      <vt:lpstr>Calibri</vt:lpstr>
      <vt:lpstr>Cambria</vt:lpstr>
      <vt:lpstr>Century Gothic</vt:lpstr>
      <vt:lpstr>Palatino Linotype</vt:lpstr>
      <vt:lpstr>quote-cjk-patch</vt:lpstr>
      <vt:lpstr>Segoe UI</vt:lpstr>
      <vt:lpstr>Times New Roman</vt:lpstr>
      <vt:lpstr>Trebuchet MS</vt:lpstr>
      <vt:lpstr>TMH_presentation_template</vt:lpstr>
      <vt:lpstr>Презентация PowerPoint</vt:lpstr>
      <vt:lpstr>Задача и пользователь </vt:lpstr>
      <vt:lpstr>Почему здесь нужен ИИ</vt:lpstr>
      <vt:lpstr>База знаний</vt:lpstr>
      <vt:lpstr>Архитектура</vt:lpstr>
      <vt:lpstr>Выбор модели</vt:lpstr>
      <vt:lpstr>Хранение и поиск</vt:lpstr>
      <vt:lpstr>Агентный слой</vt:lpstr>
      <vt:lpstr> Поведение при сбоях </vt:lpstr>
      <vt:lpstr>Результат</vt:lpstr>
      <vt:lpstr>Трейсинг</vt:lpstr>
      <vt:lpstr>Ограничения и планы</vt:lpstr>
      <vt:lpstr>Спасибо за внимание  Репозиторий: github.com/ssdanilenko-glitch/itassistant_final </vt:lpstr>
    </vt:vector>
  </TitlesOfParts>
  <Company>TMH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Тарасов Александр Александрович</dc:creator>
  <cp:lastModifiedBy>User</cp:lastModifiedBy>
  <cp:revision>2544</cp:revision>
  <cp:lastPrinted>2026-06-16T08:42:40Z</cp:lastPrinted>
  <dcterms:created xsi:type="dcterms:W3CDTF">2018-11-20T08:41:54Z</dcterms:created>
  <dcterms:modified xsi:type="dcterms:W3CDTF">2026-10-08T07:50:18Z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0x0101003693EEB457212C40B75DA6B8646633F8</vt:lpwstr>
  </property>
</Properties>
</file>