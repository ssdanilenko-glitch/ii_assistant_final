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5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497" r:id="rId5"/>
    <p:sldId id="498" r:id="rId6"/>
    <p:sldId id="499" r:id="rId7"/>
    <p:sldId id="500" r:id="rId8"/>
    <p:sldId id="501" r:id="rId9"/>
    <p:sldId id="502" r:id="rId10"/>
    <p:sldId id="503" r:id="rId11"/>
    <p:sldId id="504" r:id="rId12"/>
    <p:sldId id="505" r:id="rId13"/>
    <p:sldId id="506" r:id="rId14"/>
    <p:sldId id="509" r:id="rId15"/>
    <p:sldId id="507" r:id="rId16"/>
    <p:sldId id="508" r:id="rId17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5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26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D5F1"/>
    <a:srgbClr val="B3DCEC"/>
    <a:srgbClr val="8199CD"/>
    <a:srgbClr val="66CEF6"/>
    <a:srgbClr val="CCFFCC"/>
    <a:srgbClr val="0058A6"/>
    <a:srgbClr val="DEEBF7"/>
    <a:srgbClr val="EDF2F9"/>
    <a:srgbClr val="EAEAEA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87354" autoAdjust="0"/>
  </p:normalViewPr>
  <p:slideViewPr>
    <p:cSldViewPr snapToGrid="0">
      <p:cViewPr varScale="1">
        <p:scale>
          <a:sx n="100" d="100"/>
          <a:sy n="100" d="100"/>
        </p:scale>
        <p:origin x="1032" y="84"/>
      </p:cViewPr>
      <p:guideLst>
        <p:guide pos="325"/>
        <p:guide orient="horz" pos="2160"/>
        <p:guide orient="horz" pos="22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5AEFF5-7E52-B347-AFBA-AE131B93A0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9836A3-33A2-414A-8005-34480C2067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2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5B9AD-7031-3247-9A50-691D8CDE8A09}" type="datetimeFigureOut">
              <a:rPr lang="ru-RU" smtClean="0"/>
              <a:t>18.09.2026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A7E38-4D9B-F845-B3F7-87155EBB48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2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4B661-210D-A54B-863F-04CDEB85E4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2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500FC-2849-A44D-8903-035668FAC37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16756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B20993E1-4BC1-7A40-AC80-396B11C38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78377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2206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000" b="0" i="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914400" rtl="0" eaLnBrk="1" latinLnBrk="0" hangingPunct="1">
      <a:defRPr sz="1000" b="0" i="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914400" rtl="0" eaLnBrk="1" latinLnBrk="0" hangingPunct="1">
      <a:defRPr sz="1000" b="0" i="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914400" rtl="0" eaLnBrk="1" latinLnBrk="0" hangingPunct="1">
      <a:defRPr sz="1000" b="0" i="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0" algn="l" defTabSz="914400" rtl="0" eaLnBrk="1" latinLnBrk="0" hangingPunct="1">
      <a:spcBef>
        <a:spcPts val="600"/>
      </a:spcBef>
      <a:defRPr sz="1000" b="0" i="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Здравствуйте. Меня зовут Сергей Даниленко. Тема моего дипломного проекта — ИИ-ассистент технической поддержки для службы УИТ компании АО «УК «БМЗ». Это RAG-агент с инструментами, работающий полностью on-premise: языковая модель,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эмбеддинги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и векторная база не покидают контур предприятия.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4943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Пользователи системы — сотрудники компании, которым нужен быстрый ответ по работе с корпоративными системами: как открыть документ в 1С:ERP, как подключиться к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Wi-Fi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, как подать заявку на доступ к ИТ-ресурсам. Система отвечает по корпоративной базе знаний. Если в базе ответа нет — ассистент предлагает эскалировать вопрос в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HelpDesk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и отправляет заявку только после подтверждения пользователя.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9219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Почему обычный поиск не справляется? Сотрудник пишет «как получить доступ к 1С?», а нужная информация лежит в документе с названием «Инструкция по оформлению заявки к ИТ-ресурсам». Ключевой поиск их не свяжет. FAQ тоже не отвечает на составные вопросы. RAG решает это: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эмбеддинги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понимают смысл, а языковая модель генерирует ответ с указанием конкретных источников.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841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База знаний — 71 документ из корпоративного хранилища. Это инструкции по работе с 1С:ERP,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Wi-Fi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, ЭНТ, КСЭД. Общий объём — больше 640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чанков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после нарезки. Эти документы выбраны потому, что они реально используются первой линией УИТ в ежедневной работе.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8180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Архитектура такая. Пользователь пишет в Telegram-бот или в API. Запрос приходит в FastAPI-сервис. Там LangGraph-агент решает, что делать: сначала он всегда ищет в RAG-базе — LlamaIndex превращает запрос в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эмбеддинг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через BGE-M3, ищет похожие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чанки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в Qdrant, передаёт их локальной модели в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Ollama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и получает ответ с цитатами. История чатов и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чекпоинты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агента — в Postgres,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кеш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и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rate-limit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— в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Redis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. Трейсинг — в Phoenix.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9102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Выбор модели принципиально важный. Мы используем </a:t>
            </a:r>
            <a:r>
              <a:rPr lang="ru-RU" dirty="0" smtClean="0"/>
              <a:t>qwen3.5-instruct:4b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 — 4-миллиардную модель через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Ollama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. Почему именно её? Во-первых, корпоративные данные не покидают контур — это требование заказчика. Во-вторых, модель занимает всего 3 гигабайта VRAM, влезает в RTX 5070 и оставляет запас на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эмбеддинги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и другие задачи. Минус — 4B слабее, чем GPT-4o-mini: на сложных многошаговых запросах возможны ошибки. Это компромисс, который мы зафиксировали как ограничение.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4372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Хранение — Qdrant,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эмбеддинги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— BGE-M3. Это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мультиязычная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модель, одинаково хорошо работает с русским и английским. Документы режем на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чанки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по 512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токенов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с перекрытием 64 — это оптимальный размер для технических инструкций, он не рвёт смысл. Порог релевантности — 0.62, подобран экспериментально: ниже — модель галлюцинирует, выше — не находит реальные ответы.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9469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Агентный слой — один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ReAct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-агент на LangGraph с двумя инструментами. Первый — поиск по базе знаний, безопасный. Второй — отправка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email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, опасное действие, оно требует подтверждения. Это ключевая особенность: когда агент решает отправить письмо, граф останавливается. Пользователь видит форму с черновиком и кнопки «Отправить» и «Отмена». Реальная отправка происходит только после подтверждения. Всё состояние сохраняется в Postgres — если сервис перезапустится, диалог не потеряется.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9770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Поведение при сбоях проектировалось отдельно. Если RAG не находит релевантный ответ — код-гард отдаёт отказ, не вызывая LLM. Это быстрее и дешевле. Если модель недоступна — 503 с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retry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. Если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Redis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упал — система работает без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кеша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, просто медленнее. Трейсинг обёрнут в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try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/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except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— его сбой не роняет приложение. Это принцип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graceful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degradation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7071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Качество оценено через RAGAS на 15 эталонных вопросах.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Faithfulness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0.93 — модель отвечает по контексту, почти без галлюцинаций.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Context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Precision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0.91 и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Recall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0.93 — поиск точный и полный. Все 15 ответов содержат цитаты.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Factual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Correctness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0.58 — это ограничение 4B-модели, план развития — переход на 7B. Плюс 152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автотеста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и Phoenix-трейсинг, где виден каждый шаг агента.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4876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Честно про ограничения: 4B-модель — компромисс между требованиями on-premise и качеством.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Factual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Correctness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 0.59 — можно улучшить переходом на 7B, для этого нужен GPU побольше. Некоторые многошаговые сценарии, например пересылка ответа на произвольный адрес, работают нестабильно — это зафиксировано в документации. В планах — интеграция с 1С:ERP напрямую через REST и гибридный поиск.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6992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ver6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59DD81-94B5-BA43-BB64-4AF8711374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9" b="4932"/>
          <a:stretch/>
        </p:blipFill>
        <p:spPr>
          <a:xfrm>
            <a:off x="-1" y="0"/>
            <a:ext cx="11779469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E40F94-E22A-1444-980E-E386E382E8D8}"/>
              </a:ext>
            </a:extLst>
          </p:cNvPr>
          <p:cNvSpPr/>
          <p:nvPr userDrawn="1"/>
        </p:nvSpPr>
        <p:spPr>
          <a:xfrm>
            <a:off x="144855" y="-2"/>
            <a:ext cx="11441261" cy="6858002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Blue_shape">
            <a:extLst>
              <a:ext uri="{FF2B5EF4-FFF2-40B4-BE49-F238E27FC236}">
                <a16:creationId xmlns:a16="http://schemas.microsoft.com/office/drawing/2014/main" id="{78E46D85-3389-5640-8151-53FDAF354E95}"/>
              </a:ext>
            </a:extLst>
          </p:cNvPr>
          <p:cNvSpPr/>
          <p:nvPr userDrawn="1"/>
        </p:nvSpPr>
        <p:spPr>
          <a:xfrm>
            <a:off x="0" y="0"/>
            <a:ext cx="144855" cy="6858000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ore_headline">
            <a:extLst>
              <a:ext uri="{FF2B5EF4-FFF2-40B4-BE49-F238E27FC236}">
                <a16:creationId xmlns:a16="http://schemas.microsoft.com/office/drawing/2014/main" id="{D78F5E9C-4193-AE4B-963C-A6B39CAA5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055" y="619083"/>
            <a:ext cx="7805286" cy="72253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ru-RU" sz="2400" kern="1200" baseline="0" dirty="0">
                <a:solidFill>
                  <a:schemeClr val="bg1"/>
                </a:solidFill>
                <a:latin typeface="Century Gothic" charset="0"/>
                <a:ea typeface="+mj-ea"/>
                <a:cs typeface="+mj-cs"/>
              </a:defRPr>
            </a:lvl1pPr>
          </a:lstStyle>
          <a:p>
            <a:r>
              <a:rPr lang="ru-RU" dirty="0" smtClean="0"/>
              <a:t>ОСНОВЫ И ИСТОРИЯ ВОЗНИКНОВЕНИЯ БЕРЕЖЛИВОГО ПРОИЗВОДСТВА</a:t>
            </a:r>
            <a:endParaRPr lang="ru-RU" dirty="0"/>
          </a:p>
        </p:txBody>
      </p:sp>
      <p:pic>
        <p:nvPicPr>
          <p:cNvPr id="7" name="Colontitul">
            <a:extLst>
              <a:ext uri="{FF2B5EF4-FFF2-40B4-BE49-F238E27FC236}">
                <a16:creationId xmlns:a16="http://schemas.microsoft.com/office/drawing/2014/main" id="{EEACF66A-8C4B-0041-8759-D9C5A30D83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094" y="0"/>
            <a:ext cx="962025" cy="6858000"/>
          </a:xfrm>
          <a:prstGeom prst="rect">
            <a:avLst/>
          </a:prstGeom>
        </p:spPr>
      </p:pic>
      <p:sp>
        <p:nvSpPr>
          <p:cNvPr id="10" name="Rectangle 22">
            <a:extLst>
              <a:ext uri="{FF2B5EF4-FFF2-40B4-BE49-F238E27FC236}">
                <a16:creationId xmlns:a16="http://schemas.microsoft.com/office/drawing/2014/main" id="{F778272A-3166-E94C-BFDB-83D07288E71A}"/>
              </a:ext>
            </a:extLst>
          </p:cNvPr>
          <p:cNvSpPr/>
          <p:nvPr userDrawn="1"/>
        </p:nvSpPr>
        <p:spPr>
          <a:xfrm>
            <a:off x="-1223129" y="0"/>
            <a:ext cx="429313" cy="4726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6BAB9"/>
              </a:solidFill>
            </a:endParaRPr>
          </a:p>
        </p:txBody>
      </p:sp>
      <p:sp>
        <p:nvSpPr>
          <p:cNvPr id="11" name="Rectangle 23">
            <a:extLst>
              <a:ext uri="{FF2B5EF4-FFF2-40B4-BE49-F238E27FC236}">
                <a16:creationId xmlns:a16="http://schemas.microsoft.com/office/drawing/2014/main" id="{54B5A7AA-0B8B-F049-AB60-B3F8431C3436}"/>
              </a:ext>
            </a:extLst>
          </p:cNvPr>
          <p:cNvSpPr/>
          <p:nvPr userDrawn="1"/>
        </p:nvSpPr>
        <p:spPr>
          <a:xfrm>
            <a:off x="-1223129" y="527900"/>
            <a:ext cx="429313" cy="472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Rectangle 24">
            <a:extLst>
              <a:ext uri="{FF2B5EF4-FFF2-40B4-BE49-F238E27FC236}">
                <a16:creationId xmlns:a16="http://schemas.microsoft.com/office/drawing/2014/main" id="{8B3F2759-0656-3946-A401-E9562D169BC9}"/>
              </a:ext>
            </a:extLst>
          </p:cNvPr>
          <p:cNvSpPr/>
          <p:nvPr userDrawn="1"/>
        </p:nvSpPr>
        <p:spPr>
          <a:xfrm>
            <a:off x="-1223129" y="1046881"/>
            <a:ext cx="429313" cy="4726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C6F0B3AD-C081-5A4A-B544-3FE7B38811DF}"/>
              </a:ext>
            </a:extLst>
          </p:cNvPr>
          <p:cNvSpPr/>
          <p:nvPr userDrawn="1"/>
        </p:nvSpPr>
        <p:spPr>
          <a:xfrm>
            <a:off x="-695669" y="-16402"/>
            <a:ext cx="429313" cy="472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Rectangle 26">
            <a:extLst>
              <a:ext uri="{FF2B5EF4-FFF2-40B4-BE49-F238E27FC236}">
                <a16:creationId xmlns:a16="http://schemas.microsoft.com/office/drawing/2014/main" id="{A1F7F256-D70D-6140-93D0-FD1BFB16F86A}"/>
              </a:ext>
            </a:extLst>
          </p:cNvPr>
          <p:cNvSpPr/>
          <p:nvPr userDrawn="1"/>
        </p:nvSpPr>
        <p:spPr>
          <a:xfrm>
            <a:off x="-695669" y="520926"/>
            <a:ext cx="429313" cy="472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DBC79A27-E8A7-8B4B-9C19-74D369FC9D95}"/>
              </a:ext>
            </a:extLst>
          </p:cNvPr>
          <p:cNvSpPr/>
          <p:nvPr userDrawn="1"/>
        </p:nvSpPr>
        <p:spPr>
          <a:xfrm>
            <a:off x="-695669" y="1058254"/>
            <a:ext cx="429313" cy="472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31C09DD8-3C50-3A4F-84D9-C80C4EEEDD02}"/>
              </a:ext>
            </a:extLst>
          </p:cNvPr>
          <p:cNvSpPr/>
          <p:nvPr userDrawn="1"/>
        </p:nvSpPr>
        <p:spPr>
          <a:xfrm>
            <a:off x="-1223129" y="1618862"/>
            <a:ext cx="429313" cy="1410944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Rectangle 36">
            <a:extLst>
              <a:ext uri="{FF2B5EF4-FFF2-40B4-BE49-F238E27FC236}">
                <a16:creationId xmlns:a16="http://schemas.microsoft.com/office/drawing/2014/main" id="{A8D81C01-D2DA-BA48-A156-2F40C13203E6}"/>
              </a:ext>
            </a:extLst>
          </p:cNvPr>
          <p:cNvSpPr/>
          <p:nvPr userDrawn="1"/>
        </p:nvSpPr>
        <p:spPr>
          <a:xfrm>
            <a:off x="-1232654" y="3105991"/>
            <a:ext cx="429313" cy="1372056"/>
          </a:xfrm>
          <a:prstGeom prst="rect">
            <a:avLst/>
          </a:prstGeom>
          <a:solidFill>
            <a:srgbClr val="005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Rectangle 41">
            <a:extLst>
              <a:ext uri="{FF2B5EF4-FFF2-40B4-BE49-F238E27FC236}">
                <a16:creationId xmlns:a16="http://schemas.microsoft.com/office/drawing/2014/main" id="{74904346-2C0C-9E41-B4BE-953E281C90BF}"/>
              </a:ext>
            </a:extLst>
          </p:cNvPr>
          <p:cNvSpPr/>
          <p:nvPr userDrawn="1"/>
        </p:nvSpPr>
        <p:spPr>
          <a:xfrm>
            <a:off x="-680456" y="2613312"/>
            <a:ext cx="433494" cy="406562"/>
          </a:xfrm>
          <a:prstGeom prst="rect">
            <a:avLst/>
          </a:prstGeom>
          <a:solidFill>
            <a:srgbClr val="66CEF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Rectangle 48">
            <a:extLst>
              <a:ext uri="{FF2B5EF4-FFF2-40B4-BE49-F238E27FC236}">
                <a16:creationId xmlns:a16="http://schemas.microsoft.com/office/drawing/2014/main" id="{AC7B0741-F546-0F42-99AB-75D2DC44F07C}"/>
              </a:ext>
            </a:extLst>
          </p:cNvPr>
          <p:cNvSpPr/>
          <p:nvPr userDrawn="1"/>
        </p:nvSpPr>
        <p:spPr>
          <a:xfrm>
            <a:off x="-680456" y="1618862"/>
            <a:ext cx="433494" cy="406562"/>
          </a:xfrm>
          <a:prstGeom prst="rect">
            <a:avLst/>
          </a:prstGeom>
          <a:solidFill>
            <a:srgbClr val="66CEF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Rectangle 49">
            <a:extLst>
              <a:ext uri="{FF2B5EF4-FFF2-40B4-BE49-F238E27FC236}">
                <a16:creationId xmlns:a16="http://schemas.microsoft.com/office/drawing/2014/main" id="{E3D93425-2BCF-7B4D-9762-264D7756812B}"/>
              </a:ext>
            </a:extLst>
          </p:cNvPr>
          <p:cNvSpPr/>
          <p:nvPr userDrawn="1"/>
        </p:nvSpPr>
        <p:spPr>
          <a:xfrm>
            <a:off x="-680456" y="2101609"/>
            <a:ext cx="433494" cy="434683"/>
          </a:xfrm>
          <a:prstGeom prst="rect">
            <a:avLst/>
          </a:prstGeom>
          <a:solidFill>
            <a:srgbClr val="66CEF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9F4B16F5-5E56-DD4B-AB9F-3ACE19E116C8}"/>
              </a:ext>
            </a:extLst>
          </p:cNvPr>
          <p:cNvSpPr/>
          <p:nvPr userDrawn="1"/>
        </p:nvSpPr>
        <p:spPr>
          <a:xfrm>
            <a:off x="-683472" y="4071485"/>
            <a:ext cx="433494" cy="406562"/>
          </a:xfrm>
          <a:prstGeom prst="rect">
            <a:avLst/>
          </a:prstGeom>
          <a:solidFill>
            <a:srgbClr val="0058A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51">
            <a:extLst>
              <a:ext uri="{FF2B5EF4-FFF2-40B4-BE49-F238E27FC236}">
                <a16:creationId xmlns:a16="http://schemas.microsoft.com/office/drawing/2014/main" id="{05C90F67-9FE0-6D45-917E-B5D7B29BBE11}"/>
              </a:ext>
            </a:extLst>
          </p:cNvPr>
          <p:cNvSpPr/>
          <p:nvPr userDrawn="1"/>
        </p:nvSpPr>
        <p:spPr>
          <a:xfrm>
            <a:off x="-683472" y="3105991"/>
            <a:ext cx="433494" cy="406562"/>
          </a:xfrm>
          <a:prstGeom prst="rect">
            <a:avLst/>
          </a:prstGeom>
          <a:solidFill>
            <a:srgbClr val="0058A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52">
            <a:extLst>
              <a:ext uri="{FF2B5EF4-FFF2-40B4-BE49-F238E27FC236}">
                <a16:creationId xmlns:a16="http://schemas.microsoft.com/office/drawing/2014/main" id="{8BB8D423-1CA3-D541-83F6-532A0434C8D2}"/>
              </a:ext>
            </a:extLst>
          </p:cNvPr>
          <p:cNvSpPr/>
          <p:nvPr userDrawn="1"/>
        </p:nvSpPr>
        <p:spPr>
          <a:xfrm>
            <a:off x="-683472" y="3588738"/>
            <a:ext cx="433494" cy="406562"/>
          </a:xfrm>
          <a:prstGeom prst="rect">
            <a:avLst/>
          </a:prstGeom>
          <a:solidFill>
            <a:srgbClr val="0058A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Rectangle 38">
            <a:extLst>
              <a:ext uri="{FF2B5EF4-FFF2-40B4-BE49-F238E27FC236}">
                <a16:creationId xmlns:a16="http://schemas.microsoft.com/office/drawing/2014/main" id="{7A80B5B9-591C-C548-9735-58F9EBADAA90}"/>
              </a:ext>
            </a:extLst>
          </p:cNvPr>
          <p:cNvSpPr/>
          <p:nvPr userDrawn="1"/>
        </p:nvSpPr>
        <p:spPr>
          <a:xfrm>
            <a:off x="-1223128" y="5387054"/>
            <a:ext cx="971284" cy="317598"/>
          </a:xfrm>
          <a:prstGeom prst="rect">
            <a:avLst/>
          </a:prstGeom>
          <a:solidFill>
            <a:srgbClr val="2095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Rectangle 39">
            <a:extLst>
              <a:ext uri="{FF2B5EF4-FFF2-40B4-BE49-F238E27FC236}">
                <a16:creationId xmlns:a16="http://schemas.microsoft.com/office/drawing/2014/main" id="{EF64E4A9-322E-3F44-83D7-5898DDCF4843}"/>
              </a:ext>
            </a:extLst>
          </p:cNvPr>
          <p:cNvSpPr/>
          <p:nvPr userDrawn="1"/>
        </p:nvSpPr>
        <p:spPr>
          <a:xfrm>
            <a:off x="-1218245" y="4564164"/>
            <a:ext cx="971284" cy="317598"/>
          </a:xfrm>
          <a:prstGeom prst="rect">
            <a:avLst/>
          </a:prstGeom>
          <a:solidFill>
            <a:srgbClr val="DBE0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40">
            <a:extLst>
              <a:ext uri="{FF2B5EF4-FFF2-40B4-BE49-F238E27FC236}">
                <a16:creationId xmlns:a16="http://schemas.microsoft.com/office/drawing/2014/main" id="{527C88CA-FD9D-DE4A-8B91-9C9A96B1C178}"/>
              </a:ext>
            </a:extLst>
          </p:cNvPr>
          <p:cNvSpPr/>
          <p:nvPr userDrawn="1"/>
        </p:nvSpPr>
        <p:spPr>
          <a:xfrm>
            <a:off x="-1223128" y="4968706"/>
            <a:ext cx="971284" cy="339565"/>
          </a:xfrm>
          <a:prstGeom prst="rect">
            <a:avLst/>
          </a:prstGeom>
          <a:solidFill>
            <a:srgbClr val="932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42">
            <a:extLst>
              <a:ext uri="{FF2B5EF4-FFF2-40B4-BE49-F238E27FC236}">
                <a16:creationId xmlns:a16="http://schemas.microsoft.com/office/drawing/2014/main" id="{8E36CB0D-A61E-FF44-A8D7-A75431F0F502}"/>
              </a:ext>
            </a:extLst>
          </p:cNvPr>
          <p:cNvSpPr/>
          <p:nvPr userDrawn="1"/>
        </p:nvSpPr>
        <p:spPr>
          <a:xfrm>
            <a:off x="-1223129" y="6202532"/>
            <a:ext cx="971284" cy="331508"/>
          </a:xfrm>
          <a:prstGeom prst="rect">
            <a:avLst/>
          </a:prstGeom>
          <a:solidFill>
            <a:srgbClr val="E6B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Rectangle 43">
            <a:extLst>
              <a:ext uri="{FF2B5EF4-FFF2-40B4-BE49-F238E27FC236}">
                <a16:creationId xmlns:a16="http://schemas.microsoft.com/office/drawing/2014/main" id="{5599E8A9-52F6-2C4B-B865-ECCDC97AF81E}"/>
              </a:ext>
            </a:extLst>
          </p:cNvPr>
          <p:cNvSpPr/>
          <p:nvPr userDrawn="1"/>
        </p:nvSpPr>
        <p:spPr>
          <a:xfrm>
            <a:off x="-1223129" y="5798493"/>
            <a:ext cx="971284" cy="316119"/>
          </a:xfrm>
          <a:prstGeom prst="rect">
            <a:avLst/>
          </a:prstGeom>
          <a:solidFill>
            <a:srgbClr val="EC7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13671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ossing_slide_v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E021AFD5-FCB3-B347-BF26-73759F3B73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186" r="42526" b="4403"/>
          <a:stretch/>
        </p:blipFill>
        <p:spPr>
          <a:xfrm>
            <a:off x="7869814" y="-16402"/>
            <a:ext cx="4322186" cy="6874402"/>
          </a:xfrm>
          <a:prstGeom prst="rect">
            <a:avLst/>
          </a:prstGeom>
        </p:spPr>
      </p:pic>
      <p:sp>
        <p:nvSpPr>
          <p:cNvPr id="24" name="Core_headline">
            <a:extLst>
              <a:ext uri="{FF2B5EF4-FFF2-40B4-BE49-F238E27FC236}">
                <a16:creationId xmlns:a16="http://schemas.microsoft.com/office/drawing/2014/main" id="{D78F5E9C-4193-AE4B-963C-A6B39CAA5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055" y="3067735"/>
            <a:ext cx="7805286" cy="72253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ru-RU" sz="24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ЗАГОЛОВОК</a:t>
            </a:r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F778272A-3166-E94C-BFDB-83D07288E71A}"/>
              </a:ext>
            </a:extLst>
          </p:cNvPr>
          <p:cNvSpPr/>
          <p:nvPr userDrawn="1"/>
        </p:nvSpPr>
        <p:spPr>
          <a:xfrm>
            <a:off x="-1223129" y="0"/>
            <a:ext cx="429313" cy="4726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6BAB9"/>
              </a:solidFill>
            </a:endParaRPr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54B5A7AA-0B8B-F049-AB60-B3F8431C3436}"/>
              </a:ext>
            </a:extLst>
          </p:cNvPr>
          <p:cNvSpPr/>
          <p:nvPr userDrawn="1"/>
        </p:nvSpPr>
        <p:spPr>
          <a:xfrm>
            <a:off x="-1223129" y="527900"/>
            <a:ext cx="429313" cy="472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8B3F2759-0656-3946-A401-E9562D169BC9}"/>
              </a:ext>
            </a:extLst>
          </p:cNvPr>
          <p:cNvSpPr/>
          <p:nvPr userDrawn="1"/>
        </p:nvSpPr>
        <p:spPr>
          <a:xfrm>
            <a:off x="-1223129" y="1046881"/>
            <a:ext cx="429313" cy="4726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C6F0B3AD-C081-5A4A-B544-3FE7B38811DF}"/>
              </a:ext>
            </a:extLst>
          </p:cNvPr>
          <p:cNvSpPr/>
          <p:nvPr userDrawn="1"/>
        </p:nvSpPr>
        <p:spPr>
          <a:xfrm>
            <a:off x="-695669" y="-16402"/>
            <a:ext cx="429313" cy="472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Rectangle 26">
            <a:extLst>
              <a:ext uri="{FF2B5EF4-FFF2-40B4-BE49-F238E27FC236}">
                <a16:creationId xmlns:a16="http://schemas.microsoft.com/office/drawing/2014/main" id="{A1F7F256-D70D-6140-93D0-FD1BFB16F86A}"/>
              </a:ext>
            </a:extLst>
          </p:cNvPr>
          <p:cNvSpPr/>
          <p:nvPr userDrawn="1"/>
        </p:nvSpPr>
        <p:spPr>
          <a:xfrm>
            <a:off x="-695669" y="520926"/>
            <a:ext cx="429313" cy="472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DBC79A27-E8A7-8B4B-9C19-74D369FC9D95}"/>
              </a:ext>
            </a:extLst>
          </p:cNvPr>
          <p:cNvSpPr/>
          <p:nvPr userDrawn="1"/>
        </p:nvSpPr>
        <p:spPr>
          <a:xfrm>
            <a:off x="-695669" y="1058254"/>
            <a:ext cx="429313" cy="472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31C09DD8-3C50-3A4F-84D9-C80C4EEEDD02}"/>
              </a:ext>
            </a:extLst>
          </p:cNvPr>
          <p:cNvSpPr/>
          <p:nvPr userDrawn="1"/>
        </p:nvSpPr>
        <p:spPr>
          <a:xfrm>
            <a:off x="-1223129" y="1618862"/>
            <a:ext cx="429313" cy="1410944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Rectangle 36">
            <a:extLst>
              <a:ext uri="{FF2B5EF4-FFF2-40B4-BE49-F238E27FC236}">
                <a16:creationId xmlns:a16="http://schemas.microsoft.com/office/drawing/2014/main" id="{A8D81C01-D2DA-BA48-A156-2F40C13203E6}"/>
              </a:ext>
            </a:extLst>
          </p:cNvPr>
          <p:cNvSpPr/>
          <p:nvPr userDrawn="1"/>
        </p:nvSpPr>
        <p:spPr>
          <a:xfrm>
            <a:off x="-1232654" y="3105991"/>
            <a:ext cx="429313" cy="1372056"/>
          </a:xfrm>
          <a:prstGeom prst="rect">
            <a:avLst/>
          </a:prstGeom>
          <a:solidFill>
            <a:srgbClr val="005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Rectangle 41">
            <a:extLst>
              <a:ext uri="{FF2B5EF4-FFF2-40B4-BE49-F238E27FC236}">
                <a16:creationId xmlns:a16="http://schemas.microsoft.com/office/drawing/2014/main" id="{74904346-2C0C-9E41-B4BE-953E281C90BF}"/>
              </a:ext>
            </a:extLst>
          </p:cNvPr>
          <p:cNvSpPr/>
          <p:nvPr userDrawn="1"/>
        </p:nvSpPr>
        <p:spPr>
          <a:xfrm>
            <a:off x="-680456" y="2613312"/>
            <a:ext cx="433494" cy="406562"/>
          </a:xfrm>
          <a:prstGeom prst="rect">
            <a:avLst/>
          </a:prstGeom>
          <a:solidFill>
            <a:srgbClr val="66CEF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AC7B0741-F546-0F42-99AB-75D2DC44F07C}"/>
              </a:ext>
            </a:extLst>
          </p:cNvPr>
          <p:cNvSpPr/>
          <p:nvPr userDrawn="1"/>
        </p:nvSpPr>
        <p:spPr>
          <a:xfrm>
            <a:off x="-680456" y="1618862"/>
            <a:ext cx="433494" cy="406562"/>
          </a:xfrm>
          <a:prstGeom prst="rect">
            <a:avLst/>
          </a:prstGeom>
          <a:solidFill>
            <a:srgbClr val="66CEF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Rectangle 49">
            <a:extLst>
              <a:ext uri="{FF2B5EF4-FFF2-40B4-BE49-F238E27FC236}">
                <a16:creationId xmlns:a16="http://schemas.microsoft.com/office/drawing/2014/main" id="{E3D93425-2BCF-7B4D-9762-264D7756812B}"/>
              </a:ext>
            </a:extLst>
          </p:cNvPr>
          <p:cNvSpPr/>
          <p:nvPr userDrawn="1"/>
        </p:nvSpPr>
        <p:spPr>
          <a:xfrm>
            <a:off x="-680456" y="2101609"/>
            <a:ext cx="433494" cy="434683"/>
          </a:xfrm>
          <a:prstGeom prst="rect">
            <a:avLst/>
          </a:prstGeom>
          <a:solidFill>
            <a:srgbClr val="66CEF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9F4B16F5-5E56-DD4B-AB9F-3ACE19E116C8}"/>
              </a:ext>
            </a:extLst>
          </p:cNvPr>
          <p:cNvSpPr/>
          <p:nvPr userDrawn="1"/>
        </p:nvSpPr>
        <p:spPr>
          <a:xfrm>
            <a:off x="-683472" y="4071485"/>
            <a:ext cx="433494" cy="406562"/>
          </a:xfrm>
          <a:prstGeom prst="rect">
            <a:avLst/>
          </a:prstGeom>
          <a:solidFill>
            <a:srgbClr val="0058A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Rectangle 51">
            <a:extLst>
              <a:ext uri="{FF2B5EF4-FFF2-40B4-BE49-F238E27FC236}">
                <a16:creationId xmlns:a16="http://schemas.microsoft.com/office/drawing/2014/main" id="{05C90F67-9FE0-6D45-917E-B5D7B29BBE11}"/>
              </a:ext>
            </a:extLst>
          </p:cNvPr>
          <p:cNvSpPr/>
          <p:nvPr userDrawn="1"/>
        </p:nvSpPr>
        <p:spPr>
          <a:xfrm>
            <a:off x="-683472" y="3105991"/>
            <a:ext cx="433494" cy="406562"/>
          </a:xfrm>
          <a:prstGeom prst="rect">
            <a:avLst/>
          </a:prstGeom>
          <a:solidFill>
            <a:srgbClr val="0058A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52">
            <a:extLst>
              <a:ext uri="{FF2B5EF4-FFF2-40B4-BE49-F238E27FC236}">
                <a16:creationId xmlns:a16="http://schemas.microsoft.com/office/drawing/2014/main" id="{8BB8D423-1CA3-D541-83F6-532A0434C8D2}"/>
              </a:ext>
            </a:extLst>
          </p:cNvPr>
          <p:cNvSpPr/>
          <p:nvPr userDrawn="1"/>
        </p:nvSpPr>
        <p:spPr>
          <a:xfrm>
            <a:off x="-683472" y="3588738"/>
            <a:ext cx="433494" cy="406562"/>
          </a:xfrm>
          <a:prstGeom prst="rect">
            <a:avLst/>
          </a:prstGeom>
          <a:solidFill>
            <a:srgbClr val="0058A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38">
            <a:extLst>
              <a:ext uri="{FF2B5EF4-FFF2-40B4-BE49-F238E27FC236}">
                <a16:creationId xmlns:a16="http://schemas.microsoft.com/office/drawing/2014/main" id="{7A80B5B9-591C-C548-9735-58F9EBADAA90}"/>
              </a:ext>
            </a:extLst>
          </p:cNvPr>
          <p:cNvSpPr/>
          <p:nvPr userDrawn="1"/>
        </p:nvSpPr>
        <p:spPr>
          <a:xfrm>
            <a:off x="-1223128" y="5387054"/>
            <a:ext cx="971284" cy="317598"/>
          </a:xfrm>
          <a:prstGeom prst="rect">
            <a:avLst/>
          </a:prstGeom>
          <a:solidFill>
            <a:srgbClr val="2095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Rectangle 39">
            <a:extLst>
              <a:ext uri="{FF2B5EF4-FFF2-40B4-BE49-F238E27FC236}">
                <a16:creationId xmlns:a16="http://schemas.microsoft.com/office/drawing/2014/main" id="{EF64E4A9-322E-3F44-83D7-5898DDCF4843}"/>
              </a:ext>
            </a:extLst>
          </p:cNvPr>
          <p:cNvSpPr/>
          <p:nvPr userDrawn="1"/>
        </p:nvSpPr>
        <p:spPr>
          <a:xfrm>
            <a:off x="-1218245" y="4564164"/>
            <a:ext cx="971284" cy="317598"/>
          </a:xfrm>
          <a:prstGeom prst="rect">
            <a:avLst/>
          </a:prstGeom>
          <a:solidFill>
            <a:srgbClr val="DBE0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527C88CA-FD9D-DE4A-8B91-9C9A96B1C178}"/>
              </a:ext>
            </a:extLst>
          </p:cNvPr>
          <p:cNvSpPr/>
          <p:nvPr userDrawn="1"/>
        </p:nvSpPr>
        <p:spPr>
          <a:xfrm>
            <a:off x="-1223128" y="4968706"/>
            <a:ext cx="971284" cy="339565"/>
          </a:xfrm>
          <a:prstGeom prst="rect">
            <a:avLst/>
          </a:prstGeom>
          <a:solidFill>
            <a:srgbClr val="932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42">
            <a:extLst>
              <a:ext uri="{FF2B5EF4-FFF2-40B4-BE49-F238E27FC236}">
                <a16:creationId xmlns:a16="http://schemas.microsoft.com/office/drawing/2014/main" id="{8E36CB0D-A61E-FF44-A8D7-A75431F0F502}"/>
              </a:ext>
            </a:extLst>
          </p:cNvPr>
          <p:cNvSpPr/>
          <p:nvPr userDrawn="1"/>
        </p:nvSpPr>
        <p:spPr>
          <a:xfrm>
            <a:off x="-1223129" y="6202532"/>
            <a:ext cx="971284" cy="331508"/>
          </a:xfrm>
          <a:prstGeom prst="rect">
            <a:avLst/>
          </a:prstGeom>
          <a:solidFill>
            <a:srgbClr val="E6B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43">
            <a:extLst>
              <a:ext uri="{FF2B5EF4-FFF2-40B4-BE49-F238E27FC236}">
                <a16:creationId xmlns:a16="http://schemas.microsoft.com/office/drawing/2014/main" id="{5599E8A9-52F6-2C4B-B865-ECCDC97AF81E}"/>
              </a:ext>
            </a:extLst>
          </p:cNvPr>
          <p:cNvSpPr/>
          <p:nvPr userDrawn="1"/>
        </p:nvSpPr>
        <p:spPr>
          <a:xfrm>
            <a:off x="-1223129" y="5798493"/>
            <a:ext cx="971284" cy="316119"/>
          </a:xfrm>
          <a:prstGeom prst="rect">
            <a:avLst/>
          </a:prstGeom>
          <a:solidFill>
            <a:srgbClr val="EC7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9" name="Colontitul">
            <a:extLst>
              <a:ext uri="{FF2B5EF4-FFF2-40B4-BE49-F238E27FC236}">
                <a16:creationId xmlns:a16="http://schemas.microsoft.com/office/drawing/2014/main" id="{98BB12A5-1B00-234F-BD88-DD22379E6D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094" y="0"/>
            <a:ext cx="962025" cy="6858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A60A2F1-5D28-C349-9325-EA1A36DAF67D}"/>
              </a:ext>
            </a:extLst>
          </p:cNvPr>
          <p:cNvSpPr txBox="1"/>
          <p:nvPr userDrawn="1"/>
        </p:nvSpPr>
        <p:spPr>
          <a:xfrm>
            <a:off x="457716" y="6350944"/>
            <a:ext cx="419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fld id="{E4CAEAF2-6028-264D-AE0C-6A7A3A188EF7}" type="slidenum">
              <a:rPr lang="en-US" sz="1400" b="0" i="0" baseline="0" smtClean="0">
                <a:solidFill>
                  <a:srgbClr val="0058A6"/>
                </a:solidFill>
                <a:latin typeface="Century Gothic" charset="0"/>
                <a:ea typeface="Century Gothic" charset="0"/>
                <a:cs typeface="Century Gothic" charset="0"/>
              </a:rPr>
              <a:t>‹#›</a:t>
            </a:fld>
            <a:endParaRPr lang="hr-HR" sz="1400" b="0" i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850FDD-E838-E848-AD24-3053BE8E917E}"/>
              </a:ext>
            </a:extLst>
          </p:cNvPr>
          <p:cNvSpPr txBox="1"/>
          <p:nvPr userDrawn="1"/>
        </p:nvSpPr>
        <p:spPr>
          <a:xfrm>
            <a:off x="787969" y="6386688"/>
            <a:ext cx="378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sz="5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ТМ</a:t>
            </a:r>
            <a:r>
              <a:rPr lang="ru-RU" sz="5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Х</a:t>
            </a:r>
            <a:endParaRPr lang="hr-HR" sz="50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pPr algn="just"/>
            <a:r>
              <a:rPr lang="en-US" sz="45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20</a:t>
            </a:r>
            <a:r>
              <a:rPr lang="ru-RU" sz="45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25</a:t>
            </a:r>
            <a:endParaRPr lang="hr-HR" sz="45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9245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text_v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4CF08AF-618C-1B4A-BD46-E9B78233D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255" y="453156"/>
            <a:ext cx="5708164" cy="788503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000" kern="1200" spc="300" dirty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ru-RU" dirty="0"/>
              <a:t>ЗАГОЛОВОК 1 / КОЛОНТИТУЛ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9B8FDC8-E469-D743-B05A-4BA74EDFBE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23113" y="0"/>
            <a:ext cx="4484953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ru-RU" dirty="0"/>
              <a:t>фото</a:t>
            </a:r>
          </a:p>
          <a:p>
            <a:r>
              <a:rPr lang="ru-RU" dirty="0"/>
              <a:t>иллюстрация</a:t>
            </a:r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F778272A-3166-E94C-BFDB-83D07288E71A}"/>
              </a:ext>
            </a:extLst>
          </p:cNvPr>
          <p:cNvSpPr/>
          <p:nvPr userDrawn="1"/>
        </p:nvSpPr>
        <p:spPr>
          <a:xfrm>
            <a:off x="-1223129" y="0"/>
            <a:ext cx="429313" cy="4726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6BAB9"/>
              </a:solidFill>
            </a:endParaRPr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54B5A7AA-0B8B-F049-AB60-B3F8431C3436}"/>
              </a:ext>
            </a:extLst>
          </p:cNvPr>
          <p:cNvSpPr/>
          <p:nvPr userDrawn="1"/>
        </p:nvSpPr>
        <p:spPr>
          <a:xfrm>
            <a:off x="-1223129" y="527900"/>
            <a:ext cx="429313" cy="472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8B3F2759-0656-3946-A401-E9562D169BC9}"/>
              </a:ext>
            </a:extLst>
          </p:cNvPr>
          <p:cNvSpPr/>
          <p:nvPr userDrawn="1"/>
        </p:nvSpPr>
        <p:spPr>
          <a:xfrm>
            <a:off x="-1223129" y="1046881"/>
            <a:ext cx="429313" cy="4726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C6F0B3AD-C081-5A4A-B544-3FE7B38811DF}"/>
              </a:ext>
            </a:extLst>
          </p:cNvPr>
          <p:cNvSpPr/>
          <p:nvPr userDrawn="1"/>
        </p:nvSpPr>
        <p:spPr>
          <a:xfrm>
            <a:off x="-695669" y="-16402"/>
            <a:ext cx="429313" cy="472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Rectangle 26">
            <a:extLst>
              <a:ext uri="{FF2B5EF4-FFF2-40B4-BE49-F238E27FC236}">
                <a16:creationId xmlns:a16="http://schemas.microsoft.com/office/drawing/2014/main" id="{A1F7F256-D70D-6140-93D0-FD1BFB16F86A}"/>
              </a:ext>
            </a:extLst>
          </p:cNvPr>
          <p:cNvSpPr/>
          <p:nvPr userDrawn="1"/>
        </p:nvSpPr>
        <p:spPr>
          <a:xfrm>
            <a:off x="-695669" y="520926"/>
            <a:ext cx="429313" cy="472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DBC79A27-E8A7-8B4B-9C19-74D369FC9D95}"/>
              </a:ext>
            </a:extLst>
          </p:cNvPr>
          <p:cNvSpPr/>
          <p:nvPr userDrawn="1"/>
        </p:nvSpPr>
        <p:spPr>
          <a:xfrm>
            <a:off x="-695669" y="1058254"/>
            <a:ext cx="429313" cy="472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31C09DD8-3C50-3A4F-84D9-C80C4EEEDD02}"/>
              </a:ext>
            </a:extLst>
          </p:cNvPr>
          <p:cNvSpPr/>
          <p:nvPr userDrawn="1"/>
        </p:nvSpPr>
        <p:spPr>
          <a:xfrm>
            <a:off x="-1223129" y="1618862"/>
            <a:ext cx="429313" cy="1410944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Rectangle 36">
            <a:extLst>
              <a:ext uri="{FF2B5EF4-FFF2-40B4-BE49-F238E27FC236}">
                <a16:creationId xmlns:a16="http://schemas.microsoft.com/office/drawing/2014/main" id="{A8D81C01-D2DA-BA48-A156-2F40C13203E6}"/>
              </a:ext>
            </a:extLst>
          </p:cNvPr>
          <p:cNvSpPr/>
          <p:nvPr userDrawn="1"/>
        </p:nvSpPr>
        <p:spPr>
          <a:xfrm>
            <a:off x="-1232654" y="3105991"/>
            <a:ext cx="429313" cy="1372056"/>
          </a:xfrm>
          <a:prstGeom prst="rect">
            <a:avLst/>
          </a:prstGeom>
          <a:solidFill>
            <a:srgbClr val="005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Rectangle 41">
            <a:extLst>
              <a:ext uri="{FF2B5EF4-FFF2-40B4-BE49-F238E27FC236}">
                <a16:creationId xmlns:a16="http://schemas.microsoft.com/office/drawing/2014/main" id="{74904346-2C0C-9E41-B4BE-953E281C90BF}"/>
              </a:ext>
            </a:extLst>
          </p:cNvPr>
          <p:cNvSpPr/>
          <p:nvPr userDrawn="1"/>
        </p:nvSpPr>
        <p:spPr>
          <a:xfrm>
            <a:off x="-680456" y="2613312"/>
            <a:ext cx="433494" cy="406562"/>
          </a:xfrm>
          <a:prstGeom prst="rect">
            <a:avLst/>
          </a:prstGeom>
          <a:solidFill>
            <a:srgbClr val="66CEF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AC7B0741-F546-0F42-99AB-75D2DC44F07C}"/>
              </a:ext>
            </a:extLst>
          </p:cNvPr>
          <p:cNvSpPr/>
          <p:nvPr userDrawn="1"/>
        </p:nvSpPr>
        <p:spPr>
          <a:xfrm>
            <a:off x="-680456" y="1618862"/>
            <a:ext cx="433494" cy="406562"/>
          </a:xfrm>
          <a:prstGeom prst="rect">
            <a:avLst/>
          </a:prstGeom>
          <a:solidFill>
            <a:srgbClr val="66CEF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Rectangle 49">
            <a:extLst>
              <a:ext uri="{FF2B5EF4-FFF2-40B4-BE49-F238E27FC236}">
                <a16:creationId xmlns:a16="http://schemas.microsoft.com/office/drawing/2014/main" id="{E3D93425-2BCF-7B4D-9762-264D7756812B}"/>
              </a:ext>
            </a:extLst>
          </p:cNvPr>
          <p:cNvSpPr/>
          <p:nvPr userDrawn="1"/>
        </p:nvSpPr>
        <p:spPr>
          <a:xfrm>
            <a:off x="-680456" y="2101609"/>
            <a:ext cx="433494" cy="434683"/>
          </a:xfrm>
          <a:prstGeom prst="rect">
            <a:avLst/>
          </a:prstGeom>
          <a:solidFill>
            <a:srgbClr val="66CEF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9F4B16F5-5E56-DD4B-AB9F-3ACE19E116C8}"/>
              </a:ext>
            </a:extLst>
          </p:cNvPr>
          <p:cNvSpPr/>
          <p:nvPr userDrawn="1"/>
        </p:nvSpPr>
        <p:spPr>
          <a:xfrm>
            <a:off x="-683472" y="4071485"/>
            <a:ext cx="433494" cy="406562"/>
          </a:xfrm>
          <a:prstGeom prst="rect">
            <a:avLst/>
          </a:prstGeom>
          <a:solidFill>
            <a:srgbClr val="0058A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51">
            <a:extLst>
              <a:ext uri="{FF2B5EF4-FFF2-40B4-BE49-F238E27FC236}">
                <a16:creationId xmlns:a16="http://schemas.microsoft.com/office/drawing/2014/main" id="{05C90F67-9FE0-6D45-917E-B5D7B29BBE11}"/>
              </a:ext>
            </a:extLst>
          </p:cNvPr>
          <p:cNvSpPr/>
          <p:nvPr userDrawn="1"/>
        </p:nvSpPr>
        <p:spPr>
          <a:xfrm>
            <a:off x="-683472" y="3105991"/>
            <a:ext cx="433494" cy="406562"/>
          </a:xfrm>
          <a:prstGeom prst="rect">
            <a:avLst/>
          </a:prstGeom>
          <a:solidFill>
            <a:srgbClr val="0058A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52">
            <a:extLst>
              <a:ext uri="{FF2B5EF4-FFF2-40B4-BE49-F238E27FC236}">
                <a16:creationId xmlns:a16="http://schemas.microsoft.com/office/drawing/2014/main" id="{8BB8D423-1CA3-D541-83F6-532A0434C8D2}"/>
              </a:ext>
            </a:extLst>
          </p:cNvPr>
          <p:cNvSpPr/>
          <p:nvPr userDrawn="1"/>
        </p:nvSpPr>
        <p:spPr>
          <a:xfrm>
            <a:off x="-683472" y="3588738"/>
            <a:ext cx="433494" cy="406562"/>
          </a:xfrm>
          <a:prstGeom prst="rect">
            <a:avLst/>
          </a:prstGeom>
          <a:solidFill>
            <a:srgbClr val="0058A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Rectangle 38">
            <a:extLst>
              <a:ext uri="{FF2B5EF4-FFF2-40B4-BE49-F238E27FC236}">
                <a16:creationId xmlns:a16="http://schemas.microsoft.com/office/drawing/2014/main" id="{7A80B5B9-591C-C548-9735-58F9EBADAA90}"/>
              </a:ext>
            </a:extLst>
          </p:cNvPr>
          <p:cNvSpPr/>
          <p:nvPr userDrawn="1"/>
        </p:nvSpPr>
        <p:spPr>
          <a:xfrm>
            <a:off x="-1223128" y="5387054"/>
            <a:ext cx="971284" cy="317598"/>
          </a:xfrm>
          <a:prstGeom prst="rect">
            <a:avLst/>
          </a:prstGeom>
          <a:solidFill>
            <a:srgbClr val="2095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Rectangle 39">
            <a:extLst>
              <a:ext uri="{FF2B5EF4-FFF2-40B4-BE49-F238E27FC236}">
                <a16:creationId xmlns:a16="http://schemas.microsoft.com/office/drawing/2014/main" id="{EF64E4A9-322E-3F44-83D7-5898DDCF4843}"/>
              </a:ext>
            </a:extLst>
          </p:cNvPr>
          <p:cNvSpPr/>
          <p:nvPr userDrawn="1"/>
        </p:nvSpPr>
        <p:spPr>
          <a:xfrm>
            <a:off x="-1218245" y="4564164"/>
            <a:ext cx="971284" cy="317598"/>
          </a:xfrm>
          <a:prstGeom prst="rect">
            <a:avLst/>
          </a:prstGeom>
          <a:solidFill>
            <a:srgbClr val="DBE0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527C88CA-FD9D-DE4A-8B91-9C9A96B1C178}"/>
              </a:ext>
            </a:extLst>
          </p:cNvPr>
          <p:cNvSpPr/>
          <p:nvPr userDrawn="1"/>
        </p:nvSpPr>
        <p:spPr>
          <a:xfrm>
            <a:off x="-1223128" y="4968706"/>
            <a:ext cx="971284" cy="339565"/>
          </a:xfrm>
          <a:prstGeom prst="rect">
            <a:avLst/>
          </a:prstGeom>
          <a:solidFill>
            <a:srgbClr val="932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42">
            <a:extLst>
              <a:ext uri="{FF2B5EF4-FFF2-40B4-BE49-F238E27FC236}">
                <a16:creationId xmlns:a16="http://schemas.microsoft.com/office/drawing/2014/main" id="{8E36CB0D-A61E-FF44-A8D7-A75431F0F502}"/>
              </a:ext>
            </a:extLst>
          </p:cNvPr>
          <p:cNvSpPr/>
          <p:nvPr userDrawn="1"/>
        </p:nvSpPr>
        <p:spPr>
          <a:xfrm>
            <a:off x="-1223129" y="6202532"/>
            <a:ext cx="971284" cy="331508"/>
          </a:xfrm>
          <a:prstGeom prst="rect">
            <a:avLst/>
          </a:prstGeom>
          <a:solidFill>
            <a:srgbClr val="E6B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43">
            <a:extLst>
              <a:ext uri="{FF2B5EF4-FFF2-40B4-BE49-F238E27FC236}">
                <a16:creationId xmlns:a16="http://schemas.microsoft.com/office/drawing/2014/main" id="{5599E8A9-52F6-2C4B-B865-ECCDC97AF81E}"/>
              </a:ext>
            </a:extLst>
          </p:cNvPr>
          <p:cNvSpPr/>
          <p:nvPr userDrawn="1"/>
        </p:nvSpPr>
        <p:spPr>
          <a:xfrm>
            <a:off x="-1223129" y="5798493"/>
            <a:ext cx="971284" cy="316119"/>
          </a:xfrm>
          <a:prstGeom prst="rect">
            <a:avLst/>
          </a:prstGeom>
          <a:solidFill>
            <a:srgbClr val="EC7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B5678F-1B31-5945-B458-296EACD23F8E}"/>
              </a:ext>
            </a:extLst>
          </p:cNvPr>
          <p:cNvSpPr txBox="1"/>
          <p:nvPr userDrawn="1"/>
        </p:nvSpPr>
        <p:spPr>
          <a:xfrm>
            <a:off x="787969" y="6386688"/>
            <a:ext cx="37853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hr-HR" sz="5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ТМХ</a:t>
            </a:r>
          </a:p>
          <a:p>
            <a:pPr algn="just"/>
            <a:r>
              <a:rPr lang="en-US" sz="45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20</a:t>
            </a:r>
            <a:r>
              <a:rPr lang="ru-RU" sz="45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26</a:t>
            </a:r>
            <a:endParaRPr lang="hr-HR" sz="45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7FABC9-5BF4-2C42-B516-65AAB74B6791}"/>
              </a:ext>
            </a:extLst>
          </p:cNvPr>
          <p:cNvSpPr txBox="1"/>
          <p:nvPr userDrawn="1"/>
        </p:nvSpPr>
        <p:spPr>
          <a:xfrm>
            <a:off x="457716" y="6350944"/>
            <a:ext cx="419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fld id="{E4CAEAF2-6028-264D-AE0C-6A7A3A188EF7}" type="slidenum">
              <a:rPr lang="en-US" sz="1400" b="0" i="0" baseline="0" smtClean="0">
                <a:solidFill>
                  <a:srgbClr val="0058A6"/>
                </a:solidFill>
                <a:latin typeface="Century Gothic" charset="0"/>
                <a:ea typeface="Century Gothic" charset="0"/>
                <a:cs typeface="Century Gothic" charset="0"/>
              </a:rPr>
              <a:t>‹#›</a:t>
            </a:fld>
            <a:endParaRPr lang="hr-HR" sz="1400" b="0" i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BC84CD-FF10-1F46-9DD8-8446C63737B3}"/>
              </a:ext>
            </a:extLst>
          </p:cNvPr>
          <p:cNvCxnSpPr>
            <a:cxnSpLocks/>
          </p:cNvCxnSpPr>
          <p:nvPr userDrawn="1"/>
        </p:nvCxnSpPr>
        <p:spPr>
          <a:xfrm>
            <a:off x="817293" y="6438900"/>
            <a:ext cx="0" cy="13017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B4C363D-D1E6-4A40-AD79-E5E3A5AE1038}"/>
              </a:ext>
            </a:extLst>
          </p:cNvPr>
          <p:cNvCxnSpPr>
            <a:cxnSpLocks/>
          </p:cNvCxnSpPr>
          <p:nvPr userDrawn="1"/>
        </p:nvCxnSpPr>
        <p:spPr>
          <a:xfrm>
            <a:off x="1055440" y="6438900"/>
            <a:ext cx="0" cy="13017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Colontitul">
            <a:extLst>
              <a:ext uri="{FF2B5EF4-FFF2-40B4-BE49-F238E27FC236}">
                <a16:creationId xmlns:a16="http://schemas.microsoft.com/office/drawing/2014/main" id="{EEACF66A-8C4B-0041-8759-D9C5A30D83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094" y="0"/>
            <a:ext cx="962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9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text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4CF08AF-618C-1B4A-BD46-E9B78233D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255" y="453156"/>
            <a:ext cx="5708164" cy="788503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000" kern="1200" spc="300" dirty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ru-RU" dirty="0"/>
              <a:t>ЗАГОЛОВОК 1 / КОЛОНТИТУЛ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9B8FDC8-E469-D743-B05A-4BA74EDFBE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23113" y="0"/>
            <a:ext cx="4484953" cy="338809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ru-RU" dirty="0"/>
              <a:t>фото</a:t>
            </a:r>
          </a:p>
          <a:p>
            <a:r>
              <a:rPr lang="ru-RU" dirty="0"/>
              <a:t>иллюстрация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53D7614B-7C91-074E-98DA-3AB17C69D25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23113" y="3465095"/>
            <a:ext cx="4484953" cy="338809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ru-RU" dirty="0"/>
              <a:t>фото</a:t>
            </a:r>
          </a:p>
          <a:p>
            <a:r>
              <a:rPr lang="ru-RU" dirty="0"/>
              <a:t>иллюстрация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F778272A-3166-E94C-BFDB-83D07288E71A}"/>
              </a:ext>
            </a:extLst>
          </p:cNvPr>
          <p:cNvSpPr/>
          <p:nvPr userDrawn="1"/>
        </p:nvSpPr>
        <p:spPr>
          <a:xfrm>
            <a:off x="-1223129" y="0"/>
            <a:ext cx="429313" cy="4726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6BAB9"/>
              </a:solidFill>
            </a:endParaRP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54B5A7AA-0B8B-F049-AB60-B3F8431C3436}"/>
              </a:ext>
            </a:extLst>
          </p:cNvPr>
          <p:cNvSpPr/>
          <p:nvPr userDrawn="1"/>
        </p:nvSpPr>
        <p:spPr>
          <a:xfrm>
            <a:off x="-1223129" y="527900"/>
            <a:ext cx="429313" cy="472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8B3F2759-0656-3946-A401-E9562D169BC9}"/>
              </a:ext>
            </a:extLst>
          </p:cNvPr>
          <p:cNvSpPr/>
          <p:nvPr userDrawn="1"/>
        </p:nvSpPr>
        <p:spPr>
          <a:xfrm>
            <a:off x="-1223129" y="1046881"/>
            <a:ext cx="429313" cy="4726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C6F0B3AD-C081-5A4A-B544-3FE7B38811DF}"/>
              </a:ext>
            </a:extLst>
          </p:cNvPr>
          <p:cNvSpPr/>
          <p:nvPr userDrawn="1"/>
        </p:nvSpPr>
        <p:spPr>
          <a:xfrm>
            <a:off x="-695669" y="-16402"/>
            <a:ext cx="429313" cy="472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Rectangle 26">
            <a:extLst>
              <a:ext uri="{FF2B5EF4-FFF2-40B4-BE49-F238E27FC236}">
                <a16:creationId xmlns:a16="http://schemas.microsoft.com/office/drawing/2014/main" id="{A1F7F256-D70D-6140-93D0-FD1BFB16F86A}"/>
              </a:ext>
            </a:extLst>
          </p:cNvPr>
          <p:cNvSpPr/>
          <p:nvPr userDrawn="1"/>
        </p:nvSpPr>
        <p:spPr>
          <a:xfrm>
            <a:off x="-695669" y="520926"/>
            <a:ext cx="429313" cy="472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DBC79A27-E8A7-8B4B-9C19-74D369FC9D95}"/>
              </a:ext>
            </a:extLst>
          </p:cNvPr>
          <p:cNvSpPr/>
          <p:nvPr userDrawn="1"/>
        </p:nvSpPr>
        <p:spPr>
          <a:xfrm>
            <a:off x="-695669" y="1058254"/>
            <a:ext cx="429313" cy="472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31C09DD8-3C50-3A4F-84D9-C80C4EEEDD02}"/>
              </a:ext>
            </a:extLst>
          </p:cNvPr>
          <p:cNvSpPr/>
          <p:nvPr userDrawn="1"/>
        </p:nvSpPr>
        <p:spPr>
          <a:xfrm>
            <a:off x="-1223129" y="1618862"/>
            <a:ext cx="429313" cy="1410944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A8D81C01-D2DA-BA48-A156-2F40C13203E6}"/>
              </a:ext>
            </a:extLst>
          </p:cNvPr>
          <p:cNvSpPr/>
          <p:nvPr userDrawn="1"/>
        </p:nvSpPr>
        <p:spPr>
          <a:xfrm>
            <a:off x="-1232654" y="3105991"/>
            <a:ext cx="429313" cy="1372056"/>
          </a:xfrm>
          <a:prstGeom prst="rect">
            <a:avLst/>
          </a:prstGeom>
          <a:solidFill>
            <a:srgbClr val="005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Rectangle 41">
            <a:extLst>
              <a:ext uri="{FF2B5EF4-FFF2-40B4-BE49-F238E27FC236}">
                <a16:creationId xmlns:a16="http://schemas.microsoft.com/office/drawing/2014/main" id="{74904346-2C0C-9E41-B4BE-953E281C90BF}"/>
              </a:ext>
            </a:extLst>
          </p:cNvPr>
          <p:cNvSpPr/>
          <p:nvPr userDrawn="1"/>
        </p:nvSpPr>
        <p:spPr>
          <a:xfrm>
            <a:off x="-680456" y="2613312"/>
            <a:ext cx="433494" cy="406562"/>
          </a:xfrm>
          <a:prstGeom prst="rect">
            <a:avLst/>
          </a:prstGeom>
          <a:solidFill>
            <a:srgbClr val="66CEF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Rectangle 48">
            <a:extLst>
              <a:ext uri="{FF2B5EF4-FFF2-40B4-BE49-F238E27FC236}">
                <a16:creationId xmlns:a16="http://schemas.microsoft.com/office/drawing/2014/main" id="{AC7B0741-F546-0F42-99AB-75D2DC44F07C}"/>
              </a:ext>
            </a:extLst>
          </p:cNvPr>
          <p:cNvSpPr/>
          <p:nvPr userDrawn="1"/>
        </p:nvSpPr>
        <p:spPr>
          <a:xfrm>
            <a:off x="-680456" y="1618862"/>
            <a:ext cx="433494" cy="406562"/>
          </a:xfrm>
          <a:prstGeom prst="rect">
            <a:avLst/>
          </a:prstGeom>
          <a:solidFill>
            <a:srgbClr val="66CEF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49">
            <a:extLst>
              <a:ext uri="{FF2B5EF4-FFF2-40B4-BE49-F238E27FC236}">
                <a16:creationId xmlns:a16="http://schemas.microsoft.com/office/drawing/2014/main" id="{E3D93425-2BCF-7B4D-9762-264D7756812B}"/>
              </a:ext>
            </a:extLst>
          </p:cNvPr>
          <p:cNvSpPr/>
          <p:nvPr userDrawn="1"/>
        </p:nvSpPr>
        <p:spPr>
          <a:xfrm>
            <a:off x="-680456" y="2101609"/>
            <a:ext cx="433494" cy="434683"/>
          </a:xfrm>
          <a:prstGeom prst="rect">
            <a:avLst/>
          </a:prstGeom>
          <a:solidFill>
            <a:srgbClr val="66CEF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50">
            <a:extLst>
              <a:ext uri="{FF2B5EF4-FFF2-40B4-BE49-F238E27FC236}">
                <a16:creationId xmlns:a16="http://schemas.microsoft.com/office/drawing/2014/main" id="{9F4B16F5-5E56-DD4B-AB9F-3ACE19E116C8}"/>
              </a:ext>
            </a:extLst>
          </p:cNvPr>
          <p:cNvSpPr/>
          <p:nvPr userDrawn="1"/>
        </p:nvSpPr>
        <p:spPr>
          <a:xfrm>
            <a:off x="-683472" y="4071485"/>
            <a:ext cx="433494" cy="406562"/>
          </a:xfrm>
          <a:prstGeom prst="rect">
            <a:avLst/>
          </a:prstGeom>
          <a:solidFill>
            <a:srgbClr val="0058A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Rectangle 51">
            <a:extLst>
              <a:ext uri="{FF2B5EF4-FFF2-40B4-BE49-F238E27FC236}">
                <a16:creationId xmlns:a16="http://schemas.microsoft.com/office/drawing/2014/main" id="{05C90F67-9FE0-6D45-917E-B5D7B29BBE11}"/>
              </a:ext>
            </a:extLst>
          </p:cNvPr>
          <p:cNvSpPr/>
          <p:nvPr userDrawn="1"/>
        </p:nvSpPr>
        <p:spPr>
          <a:xfrm>
            <a:off x="-683472" y="3105991"/>
            <a:ext cx="433494" cy="406562"/>
          </a:xfrm>
          <a:prstGeom prst="rect">
            <a:avLst/>
          </a:prstGeom>
          <a:solidFill>
            <a:srgbClr val="0058A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Rectangle 52">
            <a:extLst>
              <a:ext uri="{FF2B5EF4-FFF2-40B4-BE49-F238E27FC236}">
                <a16:creationId xmlns:a16="http://schemas.microsoft.com/office/drawing/2014/main" id="{8BB8D423-1CA3-D541-83F6-532A0434C8D2}"/>
              </a:ext>
            </a:extLst>
          </p:cNvPr>
          <p:cNvSpPr/>
          <p:nvPr userDrawn="1"/>
        </p:nvSpPr>
        <p:spPr>
          <a:xfrm>
            <a:off x="-683472" y="3588738"/>
            <a:ext cx="433494" cy="406562"/>
          </a:xfrm>
          <a:prstGeom prst="rect">
            <a:avLst/>
          </a:prstGeom>
          <a:solidFill>
            <a:srgbClr val="0058A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Rectangle 38">
            <a:extLst>
              <a:ext uri="{FF2B5EF4-FFF2-40B4-BE49-F238E27FC236}">
                <a16:creationId xmlns:a16="http://schemas.microsoft.com/office/drawing/2014/main" id="{7A80B5B9-591C-C548-9735-58F9EBADAA90}"/>
              </a:ext>
            </a:extLst>
          </p:cNvPr>
          <p:cNvSpPr/>
          <p:nvPr userDrawn="1"/>
        </p:nvSpPr>
        <p:spPr>
          <a:xfrm>
            <a:off x="-1223128" y="5387054"/>
            <a:ext cx="971284" cy="317598"/>
          </a:xfrm>
          <a:prstGeom prst="rect">
            <a:avLst/>
          </a:prstGeom>
          <a:solidFill>
            <a:srgbClr val="2095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39">
            <a:extLst>
              <a:ext uri="{FF2B5EF4-FFF2-40B4-BE49-F238E27FC236}">
                <a16:creationId xmlns:a16="http://schemas.microsoft.com/office/drawing/2014/main" id="{EF64E4A9-322E-3F44-83D7-5898DDCF4843}"/>
              </a:ext>
            </a:extLst>
          </p:cNvPr>
          <p:cNvSpPr/>
          <p:nvPr userDrawn="1"/>
        </p:nvSpPr>
        <p:spPr>
          <a:xfrm>
            <a:off x="-1218245" y="4564164"/>
            <a:ext cx="971284" cy="317598"/>
          </a:xfrm>
          <a:prstGeom prst="rect">
            <a:avLst/>
          </a:prstGeom>
          <a:solidFill>
            <a:srgbClr val="DBE0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40">
            <a:extLst>
              <a:ext uri="{FF2B5EF4-FFF2-40B4-BE49-F238E27FC236}">
                <a16:creationId xmlns:a16="http://schemas.microsoft.com/office/drawing/2014/main" id="{527C88CA-FD9D-DE4A-8B91-9C9A96B1C178}"/>
              </a:ext>
            </a:extLst>
          </p:cNvPr>
          <p:cNvSpPr/>
          <p:nvPr userDrawn="1"/>
        </p:nvSpPr>
        <p:spPr>
          <a:xfrm>
            <a:off x="-1223128" y="4968706"/>
            <a:ext cx="971284" cy="339565"/>
          </a:xfrm>
          <a:prstGeom prst="rect">
            <a:avLst/>
          </a:prstGeom>
          <a:solidFill>
            <a:srgbClr val="932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Rectangle 42">
            <a:extLst>
              <a:ext uri="{FF2B5EF4-FFF2-40B4-BE49-F238E27FC236}">
                <a16:creationId xmlns:a16="http://schemas.microsoft.com/office/drawing/2014/main" id="{8E36CB0D-A61E-FF44-A8D7-A75431F0F502}"/>
              </a:ext>
            </a:extLst>
          </p:cNvPr>
          <p:cNvSpPr/>
          <p:nvPr userDrawn="1"/>
        </p:nvSpPr>
        <p:spPr>
          <a:xfrm>
            <a:off x="-1223129" y="6202532"/>
            <a:ext cx="971284" cy="331508"/>
          </a:xfrm>
          <a:prstGeom prst="rect">
            <a:avLst/>
          </a:prstGeom>
          <a:solidFill>
            <a:srgbClr val="E6B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Rectangle 43">
            <a:extLst>
              <a:ext uri="{FF2B5EF4-FFF2-40B4-BE49-F238E27FC236}">
                <a16:creationId xmlns:a16="http://schemas.microsoft.com/office/drawing/2014/main" id="{5599E8A9-52F6-2C4B-B865-ECCDC97AF81E}"/>
              </a:ext>
            </a:extLst>
          </p:cNvPr>
          <p:cNvSpPr/>
          <p:nvPr userDrawn="1"/>
        </p:nvSpPr>
        <p:spPr>
          <a:xfrm>
            <a:off x="-1223129" y="5798493"/>
            <a:ext cx="971284" cy="316119"/>
          </a:xfrm>
          <a:prstGeom prst="rect">
            <a:avLst/>
          </a:prstGeom>
          <a:solidFill>
            <a:srgbClr val="EC7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D083B4-3DD7-664D-8B55-50C05E3507C3}"/>
              </a:ext>
            </a:extLst>
          </p:cNvPr>
          <p:cNvSpPr txBox="1"/>
          <p:nvPr userDrawn="1"/>
        </p:nvSpPr>
        <p:spPr>
          <a:xfrm>
            <a:off x="787969" y="6386688"/>
            <a:ext cx="37853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hr-HR" sz="5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ТМХ</a:t>
            </a:r>
          </a:p>
          <a:p>
            <a:pPr algn="just"/>
            <a:r>
              <a:rPr lang="en-US" sz="45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20</a:t>
            </a:r>
            <a:r>
              <a:rPr lang="ru-RU" sz="45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19</a:t>
            </a:r>
            <a:endParaRPr lang="hr-HR" sz="45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788A43-4829-DB44-8C86-640FEA163FBA}"/>
              </a:ext>
            </a:extLst>
          </p:cNvPr>
          <p:cNvSpPr txBox="1"/>
          <p:nvPr userDrawn="1"/>
        </p:nvSpPr>
        <p:spPr>
          <a:xfrm>
            <a:off x="457716" y="6350944"/>
            <a:ext cx="419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fld id="{E4CAEAF2-6028-264D-AE0C-6A7A3A188EF7}" type="slidenum">
              <a:rPr lang="en-US" sz="1400" b="0" i="0" baseline="0" smtClean="0">
                <a:solidFill>
                  <a:srgbClr val="0058A6"/>
                </a:solidFill>
                <a:latin typeface="Century Gothic" charset="0"/>
                <a:ea typeface="Century Gothic" charset="0"/>
                <a:cs typeface="Century Gothic" charset="0"/>
              </a:rPr>
              <a:t>‹#›</a:t>
            </a:fld>
            <a:endParaRPr lang="hr-HR" sz="1400" b="0" i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355E75C-41B3-E045-9E86-941C58D86A20}"/>
              </a:ext>
            </a:extLst>
          </p:cNvPr>
          <p:cNvCxnSpPr>
            <a:cxnSpLocks/>
          </p:cNvCxnSpPr>
          <p:nvPr userDrawn="1"/>
        </p:nvCxnSpPr>
        <p:spPr>
          <a:xfrm>
            <a:off x="817293" y="6438900"/>
            <a:ext cx="0" cy="13017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0698A-171B-CD43-AC9D-A58E1B7480D2}"/>
              </a:ext>
            </a:extLst>
          </p:cNvPr>
          <p:cNvCxnSpPr>
            <a:cxnSpLocks/>
          </p:cNvCxnSpPr>
          <p:nvPr userDrawn="1"/>
        </p:nvCxnSpPr>
        <p:spPr>
          <a:xfrm>
            <a:off x="1055440" y="6438900"/>
            <a:ext cx="0" cy="13017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Colontitul">
            <a:extLst>
              <a:ext uri="{FF2B5EF4-FFF2-40B4-BE49-F238E27FC236}">
                <a16:creationId xmlns:a16="http://schemas.microsoft.com/office/drawing/2014/main" id="{EEACF66A-8C4B-0041-8759-D9C5A30D83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094" y="0"/>
            <a:ext cx="962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877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4CF08AF-618C-1B4A-BD46-E9B78233D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255" y="453156"/>
            <a:ext cx="5708164" cy="788503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000" kern="1200" spc="300" dirty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ru-RU" dirty="0"/>
              <a:t>ЗАГОЛОВОК 1 / КОЛОНТИТУЛ</a:t>
            </a:r>
          </a:p>
        </p:txBody>
      </p:sp>
      <p:pic>
        <p:nvPicPr>
          <p:cNvPr id="15" name="Colontitul">
            <a:extLst>
              <a:ext uri="{FF2B5EF4-FFF2-40B4-BE49-F238E27FC236}">
                <a16:creationId xmlns:a16="http://schemas.microsoft.com/office/drawing/2014/main" id="{F80ADB0D-1031-F14E-AA27-6B0455B4CD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975" y="0"/>
            <a:ext cx="962025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79B79-5909-A24B-9966-D7E010AEFA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2106389"/>
            <a:ext cx="4452937" cy="597171"/>
          </a:xfrm>
          <a:prstGeom prst="roundRect">
            <a:avLst/>
          </a:prstGeom>
          <a:solidFill>
            <a:srgbClr val="76CFF5"/>
          </a:solidFill>
          <a:ln>
            <a:noFill/>
          </a:ln>
          <a:effectLst>
            <a:softEdge rad="0"/>
          </a:effectLst>
        </p:spPr>
        <p:txBody>
          <a:bodyPr anchor="ctr"/>
          <a:lstStyle>
            <a:lvl1pPr marL="144000" indent="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Tx/>
              <a:buNone/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ru-RU" sz="1400" b="1" kern="1200" dirty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ru-RU" dirty="0"/>
              <a:t>Текст текст текст текст текст текст 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EC5E2A7-05F6-4B45-9199-52BB8707D7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2828804"/>
            <a:ext cx="4452937" cy="59717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0"/>
          </a:effectLst>
        </p:spPr>
        <p:txBody>
          <a:bodyPr anchor="ctr"/>
          <a:lstStyle>
            <a:lvl1pPr marL="144000" indent="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Tx/>
              <a:buNone/>
              <a:defRPr lang="en-US" sz="1400" b="0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ru-RU" sz="1400" b="1" kern="1200" dirty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ru-RU" dirty="0"/>
              <a:t>Текст текст текст текст текст текст 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6E6850B-6EB7-E647-8DC9-FA355AEB16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8" y="3551219"/>
            <a:ext cx="4452937" cy="59717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0"/>
          </a:effectLst>
        </p:spPr>
        <p:txBody>
          <a:bodyPr anchor="ctr"/>
          <a:lstStyle>
            <a:lvl1pPr marL="144000" indent="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Tx/>
              <a:buNone/>
              <a:defRPr lang="en-US" sz="1400" b="0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ru-RU" sz="1400" b="1" kern="1200" dirty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ru-RU" dirty="0"/>
              <a:t>Текст текст текст текст текст текст 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F4EE981-B21C-5244-A51A-62D9C26B49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4273634"/>
            <a:ext cx="4452937" cy="59717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0"/>
          </a:effectLst>
        </p:spPr>
        <p:txBody>
          <a:bodyPr anchor="ctr"/>
          <a:lstStyle>
            <a:lvl1pPr marL="144000" indent="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Tx/>
              <a:buNone/>
              <a:defRPr lang="en-US" sz="1400" b="0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ru-RU" sz="1400" b="1" kern="1200" dirty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ru-RU" dirty="0"/>
              <a:t>Текст текст текст текст текст текст 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4EE757-833D-D549-B8DC-90368361CD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996049"/>
            <a:ext cx="4452937" cy="59717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0"/>
          </a:effectLst>
        </p:spPr>
        <p:txBody>
          <a:bodyPr anchor="ctr"/>
          <a:lstStyle>
            <a:lvl1pPr marL="144000" indent="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Tx/>
              <a:buNone/>
              <a:defRPr lang="en-US" sz="1400" b="0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ru-RU" sz="1400" b="1" kern="1200" dirty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ru-RU" dirty="0"/>
              <a:t>Текст текст текст текст текст текст 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8A34287-6AE0-D24F-A6ED-8EBCC3983D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08425" y="2106389"/>
            <a:ext cx="4973850" cy="597171"/>
          </a:xfrm>
          <a:prstGeom prst="roundRect">
            <a:avLst/>
          </a:prstGeom>
          <a:solidFill>
            <a:srgbClr val="0058A6"/>
          </a:solidFill>
          <a:ln>
            <a:noFill/>
          </a:ln>
          <a:effectLst>
            <a:softEdge rad="0"/>
          </a:effectLst>
        </p:spPr>
        <p:txBody>
          <a:bodyPr anchor="ctr"/>
          <a:lstStyle>
            <a:lvl1pPr marL="0" indent="0" algn="ctr" defTabSz="914400" rtl="0" eaLnBrk="1" latinLnBrk="1" hangingPunct="1">
              <a:spcBef>
                <a:spcPts val="600"/>
              </a:spcBef>
              <a:spcAft>
                <a:spcPts val="600"/>
              </a:spcAft>
              <a:buFontTx/>
              <a:buNone/>
              <a:defRPr lang="en-US" sz="2000" b="1" kern="1200" spc="3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ru-RU" sz="1400" b="1" kern="1200" dirty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9161745-B843-3E40-AC77-E78CE267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8426" y="2828804"/>
            <a:ext cx="2466745" cy="59717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softEdge rad="0"/>
          </a:effectLst>
        </p:spPr>
        <p:txBody>
          <a:bodyPr anchor="ctr"/>
          <a:lstStyle>
            <a:lvl1pPr marL="0" indent="0" algn="ctr" defTabSz="914400" rtl="0" eaLnBrk="1" latinLnBrk="1" hangingPunct="1">
              <a:spcBef>
                <a:spcPts val="600"/>
              </a:spcBef>
              <a:spcAft>
                <a:spcPts val="600"/>
              </a:spcAft>
              <a:buFontTx/>
              <a:buNone/>
              <a:defRPr lang="ru-RU" sz="1200" b="1" kern="1200" dirty="0">
                <a:solidFill>
                  <a:srgbClr val="FFFFFF"/>
                </a:solidFill>
                <a:latin typeface="Century Gothic" charset="0"/>
                <a:ea typeface="+mn-ea"/>
                <a:cs typeface="+mn-cs"/>
              </a:defRPr>
            </a:lvl1pPr>
            <a:lvl2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ru-RU" sz="1400" b="1" kern="1200" dirty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ru-RU" dirty="0"/>
              <a:t>Текст текст текст 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359AA85-82A1-E74F-AAEB-C4B3545D073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16686" y="2828803"/>
            <a:ext cx="2365587" cy="59717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txBody>
          <a:bodyPr anchor="ctr"/>
          <a:lstStyle>
            <a:lvl1pPr marL="0" indent="0" algn="ctr" defTabSz="914400" rtl="0" eaLnBrk="1" latinLnBrk="1" hangingPunct="1">
              <a:spcBef>
                <a:spcPts val="600"/>
              </a:spcBef>
              <a:spcAft>
                <a:spcPts val="600"/>
              </a:spcAft>
              <a:buFontTx/>
              <a:buNone/>
              <a:defRPr lang="ru-RU" sz="1200" b="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charset="0"/>
                <a:ea typeface="+mn-ea"/>
                <a:cs typeface="+mn-cs"/>
              </a:defRPr>
            </a:lvl1pPr>
            <a:lvl2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en-US" sz="1400" b="1" kern="1200" dirty="0" smtClean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144000" algn="l" defTabSz="914400" rtl="0" eaLnBrk="1" latinLnBrk="1" hangingPunct="1">
              <a:spcBef>
                <a:spcPts val="600"/>
              </a:spcBef>
              <a:spcAft>
                <a:spcPts val="600"/>
              </a:spcAft>
              <a:defRPr lang="ru-RU" sz="1400" b="1" kern="1200" dirty="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ru-RU" dirty="0"/>
              <a:t>Текст текст текст текст</a:t>
            </a:r>
            <a:br>
              <a:rPr lang="ru-RU" dirty="0"/>
            </a:br>
            <a:r>
              <a:rPr lang="ru-RU" dirty="0"/>
              <a:t>текст текст текст</a:t>
            </a: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F778272A-3166-E94C-BFDB-83D07288E71A}"/>
              </a:ext>
            </a:extLst>
          </p:cNvPr>
          <p:cNvSpPr/>
          <p:nvPr userDrawn="1"/>
        </p:nvSpPr>
        <p:spPr>
          <a:xfrm>
            <a:off x="-1223129" y="0"/>
            <a:ext cx="429313" cy="4726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6BAB9"/>
              </a:solidFill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54B5A7AA-0B8B-F049-AB60-B3F8431C3436}"/>
              </a:ext>
            </a:extLst>
          </p:cNvPr>
          <p:cNvSpPr/>
          <p:nvPr userDrawn="1"/>
        </p:nvSpPr>
        <p:spPr>
          <a:xfrm>
            <a:off x="-1223129" y="527900"/>
            <a:ext cx="429313" cy="472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8B3F2759-0656-3946-A401-E9562D169BC9}"/>
              </a:ext>
            </a:extLst>
          </p:cNvPr>
          <p:cNvSpPr/>
          <p:nvPr userDrawn="1"/>
        </p:nvSpPr>
        <p:spPr>
          <a:xfrm>
            <a:off x="-1223129" y="1046881"/>
            <a:ext cx="429313" cy="4726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F0B3AD-C081-5A4A-B544-3FE7B38811DF}"/>
              </a:ext>
            </a:extLst>
          </p:cNvPr>
          <p:cNvSpPr/>
          <p:nvPr userDrawn="1"/>
        </p:nvSpPr>
        <p:spPr>
          <a:xfrm>
            <a:off x="-695669" y="-16402"/>
            <a:ext cx="429313" cy="472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F7F256-D70D-6140-93D0-FD1BFB16F86A}"/>
              </a:ext>
            </a:extLst>
          </p:cNvPr>
          <p:cNvSpPr/>
          <p:nvPr userDrawn="1"/>
        </p:nvSpPr>
        <p:spPr>
          <a:xfrm>
            <a:off x="-695669" y="520926"/>
            <a:ext cx="429313" cy="472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C79A27-E8A7-8B4B-9C19-74D369FC9D95}"/>
              </a:ext>
            </a:extLst>
          </p:cNvPr>
          <p:cNvSpPr/>
          <p:nvPr userDrawn="1"/>
        </p:nvSpPr>
        <p:spPr>
          <a:xfrm>
            <a:off x="-695669" y="1058254"/>
            <a:ext cx="429313" cy="472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Rectangle 35">
            <a:extLst>
              <a:ext uri="{FF2B5EF4-FFF2-40B4-BE49-F238E27FC236}">
                <a16:creationId xmlns:a16="http://schemas.microsoft.com/office/drawing/2014/main" id="{31C09DD8-3C50-3A4F-84D9-C80C4EEEDD02}"/>
              </a:ext>
            </a:extLst>
          </p:cNvPr>
          <p:cNvSpPr/>
          <p:nvPr userDrawn="1"/>
        </p:nvSpPr>
        <p:spPr>
          <a:xfrm>
            <a:off x="-1223129" y="1618862"/>
            <a:ext cx="429313" cy="1410944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Rectangle 36">
            <a:extLst>
              <a:ext uri="{FF2B5EF4-FFF2-40B4-BE49-F238E27FC236}">
                <a16:creationId xmlns:a16="http://schemas.microsoft.com/office/drawing/2014/main" id="{A8D81C01-D2DA-BA48-A156-2F40C13203E6}"/>
              </a:ext>
            </a:extLst>
          </p:cNvPr>
          <p:cNvSpPr/>
          <p:nvPr userDrawn="1"/>
        </p:nvSpPr>
        <p:spPr>
          <a:xfrm>
            <a:off x="-1232654" y="3105991"/>
            <a:ext cx="429313" cy="1372056"/>
          </a:xfrm>
          <a:prstGeom prst="rect">
            <a:avLst/>
          </a:prstGeom>
          <a:solidFill>
            <a:srgbClr val="005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Rectangle 41">
            <a:extLst>
              <a:ext uri="{FF2B5EF4-FFF2-40B4-BE49-F238E27FC236}">
                <a16:creationId xmlns:a16="http://schemas.microsoft.com/office/drawing/2014/main" id="{74904346-2C0C-9E41-B4BE-953E281C90BF}"/>
              </a:ext>
            </a:extLst>
          </p:cNvPr>
          <p:cNvSpPr/>
          <p:nvPr userDrawn="1"/>
        </p:nvSpPr>
        <p:spPr>
          <a:xfrm>
            <a:off x="-680456" y="2613312"/>
            <a:ext cx="433494" cy="406562"/>
          </a:xfrm>
          <a:prstGeom prst="rect">
            <a:avLst/>
          </a:prstGeom>
          <a:solidFill>
            <a:srgbClr val="66CEF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Rectangle 48">
            <a:extLst>
              <a:ext uri="{FF2B5EF4-FFF2-40B4-BE49-F238E27FC236}">
                <a16:creationId xmlns:a16="http://schemas.microsoft.com/office/drawing/2014/main" id="{AC7B0741-F546-0F42-99AB-75D2DC44F07C}"/>
              </a:ext>
            </a:extLst>
          </p:cNvPr>
          <p:cNvSpPr/>
          <p:nvPr userDrawn="1"/>
        </p:nvSpPr>
        <p:spPr>
          <a:xfrm>
            <a:off x="-680456" y="1618862"/>
            <a:ext cx="433494" cy="406562"/>
          </a:xfrm>
          <a:prstGeom prst="rect">
            <a:avLst/>
          </a:prstGeom>
          <a:solidFill>
            <a:srgbClr val="66CEF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Rectangle 49">
            <a:extLst>
              <a:ext uri="{FF2B5EF4-FFF2-40B4-BE49-F238E27FC236}">
                <a16:creationId xmlns:a16="http://schemas.microsoft.com/office/drawing/2014/main" id="{E3D93425-2BCF-7B4D-9762-264D7756812B}"/>
              </a:ext>
            </a:extLst>
          </p:cNvPr>
          <p:cNvSpPr/>
          <p:nvPr userDrawn="1"/>
        </p:nvSpPr>
        <p:spPr>
          <a:xfrm>
            <a:off x="-680456" y="2101609"/>
            <a:ext cx="433494" cy="434683"/>
          </a:xfrm>
          <a:prstGeom prst="rect">
            <a:avLst/>
          </a:prstGeom>
          <a:solidFill>
            <a:srgbClr val="66CEF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Rectangle 50">
            <a:extLst>
              <a:ext uri="{FF2B5EF4-FFF2-40B4-BE49-F238E27FC236}">
                <a16:creationId xmlns:a16="http://schemas.microsoft.com/office/drawing/2014/main" id="{9F4B16F5-5E56-DD4B-AB9F-3ACE19E116C8}"/>
              </a:ext>
            </a:extLst>
          </p:cNvPr>
          <p:cNvSpPr/>
          <p:nvPr userDrawn="1"/>
        </p:nvSpPr>
        <p:spPr>
          <a:xfrm>
            <a:off x="-683472" y="4071485"/>
            <a:ext cx="433494" cy="406562"/>
          </a:xfrm>
          <a:prstGeom prst="rect">
            <a:avLst/>
          </a:prstGeom>
          <a:solidFill>
            <a:srgbClr val="0058A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Rectangle 51">
            <a:extLst>
              <a:ext uri="{FF2B5EF4-FFF2-40B4-BE49-F238E27FC236}">
                <a16:creationId xmlns:a16="http://schemas.microsoft.com/office/drawing/2014/main" id="{05C90F67-9FE0-6D45-917E-B5D7B29BBE11}"/>
              </a:ext>
            </a:extLst>
          </p:cNvPr>
          <p:cNvSpPr/>
          <p:nvPr userDrawn="1"/>
        </p:nvSpPr>
        <p:spPr>
          <a:xfrm>
            <a:off x="-683472" y="3105991"/>
            <a:ext cx="433494" cy="406562"/>
          </a:xfrm>
          <a:prstGeom prst="rect">
            <a:avLst/>
          </a:prstGeom>
          <a:solidFill>
            <a:srgbClr val="0058A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Rectangle 52">
            <a:extLst>
              <a:ext uri="{FF2B5EF4-FFF2-40B4-BE49-F238E27FC236}">
                <a16:creationId xmlns:a16="http://schemas.microsoft.com/office/drawing/2014/main" id="{8BB8D423-1CA3-D541-83F6-532A0434C8D2}"/>
              </a:ext>
            </a:extLst>
          </p:cNvPr>
          <p:cNvSpPr/>
          <p:nvPr userDrawn="1"/>
        </p:nvSpPr>
        <p:spPr>
          <a:xfrm>
            <a:off x="-683472" y="3588738"/>
            <a:ext cx="433494" cy="406562"/>
          </a:xfrm>
          <a:prstGeom prst="rect">
            <a:avLst/>
          </a:prstGeom>
          <a:solidFill>
            <a:srgbClr val="0058A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Rectangle 38">
            <a:extLst>
              <a:ext uri="{FF2B5EF4-FFF2-40B4-BE49-F238E27FC236}">
                <a16:creationId xmlns:a16="http://schemas.microsoft.com/office/drawing/2014/main" id="{7A80B5B9-591C-C548-9735-58F9EBADAA90}"/>
              </a:ext>
            </a:extLst>
          </p:cNvPr>
          <p:cNvSpPr/>
          <p:nvPr userDrawn="1"/>
        </p:nvSpPr>
        <p:spPr>
          <a:xfrm>
            <a:off x="-1223128" y="5387054"/>
            <a:ext cx="971284" cy="317598"/>
          </a:xfrm>
          <a:prstGeom prst="rect">
            <a:avLst/>
          </a:prstGeom>
          <a:solidFill>
            <a:srgbClr val="2095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Rectangle 39">
            <a:extLst>
              <a:ext uri="{FF2B5EF4-FFF2-40B4-BE49-F238E27FC236}">
                <a16:creationId xmlns:a16="http://schemas.microsoft.com/office/drawing/2014/main" id="{EF64E4A9-322E-3F44-83D7-5898DDCF4843}"/>
              </a:ext>
            </a:extLst>
          </p:cNvPr>
          <p:cNvSpPr/>
          <p:nvPr userDrawn="1"/>
        </p:nvSpPr>
        <p:spPr>
          <a:xfrm>
            <a:off x="-1218245" y="4564164"/>
            <a:ext cx="971284" cy="317598"/>
          </a:xfrm>
          <a:prstGeom prst="rect">
            <a:avLst/>
          </a:prstGeom>
          <a:solidFill>
            <a:srgbClr val="DBE0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Rectangle 40">
            <a:extLst>
              <a:ext uri="{FF2B5EF4-FFF2-40B4-BE49-F238E27FC236}">
                <a16:creationId xmlns:a16="http://schemas.microsoft.com/office/drawing/2014/main" id="{527C88CA-FD9D-DE4A-8B91-9C9A96B1C178}"/>
              </a:ext>
            </a:extLst>
          </p:cNvPr>
          <p:cNvSpPr/>
          <p:nvPr userDrawn="1"/>
        </p:nvSpPr>
        <p:spPr>
          <a:xfrm>
            <a:off x="-1223128" y="4968706"/>
            <a:ext cx="971284" cy="339565"/>
          </a:xfrm>
          <a:prstGeom prst="rect">
            <a:avLst/>
          </a:prstGeom>
          <a:solidFill>
            <a:srgbClr val="932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8E36CB0D-A61E-FF44-A8D7-A75431F0F502}"/>
              </a:ext>
            </a:extLst>
          </p:cNvPr>
          <p:cNvSpPr/>
          <p:nvPr userDrawn="1"/>
        </p:nvSpPr>
        <p:spPr>
          <a:xfrm>
            <a:off x="-1223129" y="6202532"/>
            <a:ext cx="971284" cy="331508"/>
          </a:xfrm>
          <a:prstGeom prst="rect">
            <a:avLst/>
          </a:prstGeom>
          <a:solidFill>
            <a:srgbClr val="E6B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5599E8A9-52F6-2C4B-B865-ECCDC97AF81E}"/>
              </a:ext>
            </a:extLst>
          </p:cNvPr>
          <p:cNvSpPr/>
          <p:nvPr userDrawn="1"/>
        </p:nvSpPr>
        <p:spPr>
          <a:xfrm>
            <a:off x="-1223129" y="5798493"/>
            <a:ext cx="971284" cy="316119"/>
          </a:xfrm>
          <a:prstGeom prst="rect">
            <a:avLst/>
          </a:prstGeom>
          <a:solidFill>
            <a:srgbClr val="EC7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CE53A2-D73F-3A47-82E7-13CDAA6B4E7C}"/>
              </a:ext>
            </a:extLst>
          </p:cNvPr>
          <p:cNvSpPr txBox="1"/>
          <p:nvPr userDrawn="1"/>
        </p:nvSpPr>
        <p:spPr>
          <a:xfrm>
            <a:off x="787969" y="6386688"/>
            <a:ext cx="37853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hr-HR" sz="5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ТМХ</a:t>
            </a:r>
          </a:p>
          <a:p>
            <a:pPr algn="just"/>
            <a:r>
              <a:rPr lang="en-US" sz="45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20</a:t>
            </a:r>
            <a:r>
              <a:rPr lang="ru-RU" sz="45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19</a:t>
            </a:r>
            <a:endParaRPr lang="hr-HR" sz="45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B49F41-4A7B-CC40-A54C-371D743F4959}"/>
              </a:ext>
            </a:extLst>
          </p:cNvPr>
          <p:cNvSpPr txBox="1"/>
          <p:nvPr userDrawn="1"/>
        </p:nvSpPr>
        <p:spPr>
          <a:xfrm>
            <a:off x="457716" y="6350944"/>
            <a:ext cx="419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fld id="{E4CAEAF2-6028-264D-AE0C-6A7A3A188EF7}" type="slidenum">
              <a:rPr lang="en-US" sz="1400" b="0" i="0" baseline="0" smtClean="0">
                <a:solidFill>
                  <a:srgbClr val="0058A6"/>
                </a:solidFill>
                <a:latin typeface="Century Gothic" charset="0"/>
                <a:ea typeface="Century Gothic" charset="0"/>
                <a:cs typeface="Century Gothic" charset="0"/>
              </a:rPr>
              <a:t>‹#›</a:t>
            </a:fld>
            <a:endParaRPr lang="hr-HR" sz="1400" b="0" i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0E8F6B-8E4F-9D47-9062-F47363AC9331}"/>
              </a:ext>
            </a:extLst>
          </p:cNvPr>
          <p:cNvCxnSpPr>
            <a:cxnSpLocks/>
          </p:cNvCxnSpPr>
          <p:nvPr userDrawn="1"/>
        </p:nvCxnSpPr>
        <p:spPr>
          <a:xfrm>
            <a:off x="817293" y="6438900"/>
            <a:ext cx="0" cy="13017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6518F97-3141-814D-87F8-8D3EB0A2AF44}"/>
              </a:ext>
            </a:extLst>
          </p:cNvPr>
          <p:cNvCxnSpPr>
            <a:cxnSpLocks/>
          </p:cNvCxnSpPr>
          <p:nvPr userDrawn="1"/>
        </p:nvCxnSpPr>
        <p:spPr>
          <a:xfrm>
            <a:off x="1055440" y="6438900"/>
            <a:ext cx="0" cy="13017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447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4CF08AF-618C-1B4A-BD46-E9B78233D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255" y="453156"/>
            <a:ext cx="10326920" cy="788503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000" kern="1200" spc="300" dirty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ru-RU" dirty="0"/>
              <a:t>ЗАГОЛОВОК 1 / КОЛОНТИТУЛ / ОФОРМЛЕНИЕ ТАБЛИЦ</a:t>
            </a:r>
          </a:p>
        </p:txBody>
      </p:sp>
      <p:pic>
        <p:nvPicPr>
          <p:cNvPr id="15" name="Colontitul">
            <a:extLst>
              <a:ext uri="{FF2B5EF4-FFF2-40B4-BE49-F238E27FC236}">
                <a16:creationId xmlns:a16="http://schemas.microsoft.com/office/drawing/2014/main" id="{F80ADB0D-1031-F14E-AA27-6B0455B4CD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975" y="0"/>
            <a:ext cx="962025" cy="6858000"/>
          </a:xfrm>
          <a:prstGeom prst="rect">
            <a:avLst/>
          </a:prstGeom>
        </p:spPr>
      </p:pic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D972A09-B22A-9C45-B8D4-3C9678A6E3CB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471488" y="1622425"/>
            <a:ext cx="10326687" cy="42449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F778272A-3166-E94C-BFDB-83D07288E71A}"/>
              </a:ext>
            </a:extLst>
          </p:cNvPr>
          <p:cNvSpPr/>
          <p:nvPr userDrawn="1"/>
        </p:nvSpPr>
        <p:spPr>
          <a:xfrm>
            <a:off x="-1223129" y="0"/>
            <a:ext cx="429313" cy="4726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6BAB9"/>
              </a:solidFill>
            </a:endParaRPr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54B5A7AA-0B8B-F049-AB60-B3F8431C3436}"/>
              </a:ext>
            </a:extLst>
          </p:cNvPr>
          <p:cNvSpPr/>
          <p:nvPr userDrawn="1"/>
        </p:nvSpPr>
        <p:spPr>
          <a:xfrm>
            <a:off x="-1223129" y="527900"/>
            <a:ext cx="429313" cy="472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Rectangle 24">
            <a:extLst>
              <a:ext uri="{FF2B5EF4-FFF2-40B4-BE49-F238E27FC236}">
                <a16:creationId xmlns:a16="http://schemas.microsoft.com/office/drawing/2014/main" id="{8B3F2759-0656-3946-A401-E9562D169BC9}"/>
              </a:ext>
            </a:extLst>
          </p:cNvPr>
          <p:cNvSpPr/>
          <p:nvPr userDrawn="1"/>
        </p:nvSpPr>
        <p:spPr>
          <a:xfrm>
            <a:off x="-1223129" y="1046881"/>
            <a:ext cx="429313" cy="4726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C6F0B3AD-C081-5A4A-B544-3FE7B38811DF}"/>
              </a:ext>
            </a:extLst>
          </p:cNvPr>
          <p:cNvSpPr/>
          <p:nvPr userDrawn="1"/>
        </p:nvSpPr>
        <p:spPr>
          <a:xfrm>
            <a:off x="-695669" y="-16402"/>
            <a:ext cx="429313" cy="472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Rectangle 26">
            <a:extLst>
              <a:ext uri="{FF2B5EF4-FFF2-40B4-BE49-F238E27FC236}">
                <a16:creationId xmlns:a16="http://schemas.microsoft.com/office/drawing/2014/main" id="{A1F7F256-D70D-6140-93D0-FD1BFB16F86A}"/>
              </a:ext>
            </a:extLst>
          </p:cNvPr>
          <p:cNvSpPr/>
          <p:nvPr userDrawn="1"/>
        </p:nvSpPr>
        <p:spPr>
          <a:xfrm>
            <a:off x="-695669" y="520926"/>
            <a:ext cx="429313" cy="472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DBC79A27-E8A7-8B4B-9C19-74D369FC9D95}"/>
              </a:ext>
            </a:extLst>
          </p:cNvPr>
          <p:cNvSpPr/>
          <p:nvPr userDrawn="1"/>
        </p:nvSpPr>
        <p:spPr>
          <a:xfrm>
            <a:off x="-695669" y="1058254"/>
            <a:ext cx="429313" cy="472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31C09DD8-3C50-3A4F-84D9-C80C4EEEDD02}"/>
              </a:ext>
            </a:extLst>
          </p:cNvPr>
          <p:cNvSpPr/>
          <p:nvPr userDrawn="1"/>
        </p:nvSpPr>
        <p:spPr>
          <a:xfrm>
            <a:off x="-1223129" y="1618862"/>
            <a:ext cx="429313" cy="1410944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A8D81C01-D2DA-BA48-A156-2F40C13203E6}"/>
              </a:ext>
            </a:extLst>
          </p:cNvPr>
          <p:cNvSpPr/>
          <p:nvPr userDrawn="1"/>
        </p:nvSpPr>
        <p:spPr>
          <a:xfrm>
            <a:off x="-1232654" y="3105991"/>
            <a:ext cx="429313" cy="1372056"/>
          </a:xfrm>
          <a:prstGeom prst="rect">
            <a:avLst/>
          </a:prstGeom>
          <a:solidFill>
            <a:srgbClr val="005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Rectangle 41">
            <a:extLst>
              <a:ext uri="{FF2B5EF4-FFF2-40B4-BE49-F238E27FC236}">
                <a16:creationId xmlns:a16="http://schemas.microsoft.com/office/drawing/2014/main" id="{74904346-2C0C-9E41-B4BE-953E281C90BF}"/>
              </a:ext>
            </a:extLst>
          </p:cNvPr>
          <p:cNvSpPr/>
          <p:nvPr userDrawn="1"/>
        </p:nvSpPr>
        <p:spPr>
          <a:xfrm>
            <a:off x="-680456" y="2613312"/>
            <a:ext cx="433494" cy="406562"/>
          </a:xfrm>
          <a:prstGeom prst="rect">
            <a:avLst/>
          </a:prstGeom>
          <a:solidFill>
            <a:srgbClr val="66CEF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AC7B0741-F546-0F42-99AB-75D2DC44F07C}"/>
              </a:ext>
            </a:extLst>
          </p:cNvPr>
          <p:cNvSpPr/>
          <p:nvPr userDrawn="1"/>
        </p:nvSpPr>
        <p:spPr>
          <a:xfrm>
            <a:off x="-680456" y="1618862"/>
            <a:ext cx="433494" cy="406562"/>
          </a:xfrm>
          <a:prstGeom prst="rect">
            <a:avLst/>
          </a:prstGeom>
          <a:solidFill>
            <a:srgbClr val="66CEF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E3D93425-2BCF-7B4D-9762-264D7756812B}"/>
              </a:ext>
            </a:extLst>
          </p:cNvPr>
          <p:cNvSpPr/>
          <p:nvPr userDrawn="1"/>
        </p:nvSpPr>
        <p:spPr>
          <a:xfrm>
            <a:off x="-680456" y="2101609"/>
            <a:ext cx="433494" cy="434683"/>
          </a:xfrm>
          <a:prstGeom prst="rect">
            <a:avLst/>
          </a:prstGeom>
          <a:solidFill>
            <a:srgbClr val="66CEF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9F4B16F5-5E56-DD4B-AB9F-3ACE19E116C8}"/>
              </a:ext>
            </a:extLst>
          </p:cNvPr>
          <p:cNvSpPr/>
          <p:nvPr userDrawn="1"/>
        </p:nvSpPr>
        <p:spPr>
          <a:xfrm>
            <a:off x="-683472" y="4071485"/>
            <a:ext cx="433494" cy="406562"/>
          </a:xfrm>
          <a:prstGeom prst="rect">
            <a:avLst/>
          </a:prstGeom>
          <a:solidFill>
            <a:srgbClr val="0058A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51">
            <a:extLst>
              <a:ext uri="{FF2B5EF4-FFF2-40B4-BE49-F238E27FC236}">
                <a16:creationId xmlns:a16="http://schemas.microsoft.com/office/drawing/2014/main" id="{05C90F67-9FE0-6D45-917E-B5D7B29BBE11}"/>
              </a:ext>
            </a:extLst>
          </p:cNvPr>
          <p:cNvSpPr/>
          <p:nvPr userDrawn="1"/>
        </p:nvSpPr>
        <p:spPr>
          <a:xfrm>
            <a:off x="-683472" y="3105991"/>
            <a:ext cx="433494" cy="406562"/>
          </a:xfrm>
          <a:prstGeom prst="rect">
            <a:avLst/>
          </a:prstGeom>
          <a:solidFill>
            <a:srgbClr val="0058A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Rectangle 52">
            <a:extLst>
              <a:ext uri="{FF2B5EF4-FFF2-40B4-BE49-F238E27FC236}">
                <a16:creationId xmlns:a16="http://schemas.microsoft.com/office/drawing/2014/main" id="{8BB8D423-1CA3-D541-83F6-532A0434C8D2}"/>
              </a:ext>
            </a:extLst>
          </p:cNvPr>
          <p:cNvSpPr/>
          <p:nvPr userDrawn="1"/>
        </p:nvSpPr>
        <p:spPr>
          <a:xfrm>
            <a:off x="-683472" y="3588738"/>
            <a:ext cx="433494" cy="406562"/>
          </a:xfrm>
          <a:prstGeom prst="rect">
            <a:avLst/>
          </a:prstGeom>
          <a:solidFill>
            <a:srgbClr val="0058A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Rectangle 38">
            <a:extLst>
              <a:ext uri="{FF2B5EF4-FFF2-40B4-BE49-F238E27FC236}">
                <a16:creationId xmlns:a16="http://schemas.microsoft.com/office/drawing/2014/main" id="{7A80B5B9-591C-C548-9735-58F9EBADAA90}"/>
              </a:ext>
            </a:extLst>
          </p:cNvPr>
          <p:cNvSpPr/>
          <p:nvPr userDrawn="1"/>
        </p:nvSpPr>
        <p:spPr>
          <a:xfrm>
            <a:off x="-1223128" y="5387054"/>
            <a:ext cx="971284" cy="317598"/>
          </a:xfrm>
          <a:prstGeom prst="rect">
            <a:avLst/>
          </a:prstGeom>
          <a:solidFill>
            <a:srgbClr val="2095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Rectangle 39">
            <a:extLst>
              <a:ext uri="{FF2B5EF4-FFF2-40B4-BE49-F238E27FC236}">
                <a16:creationId xmlns:a16="http://schemas.microsoft.com/office/drawing/2014/main" id="{EF64E4A9-322E-3F44-83D7-5898DDCF4843}"/>
              </a:ext>
            </a:extLst>
          </p:cNvPr>
          <p:cNvSpPr/>
          <p:nvPr userDrawn="1"/>
        </p:nvSpPr>
        <p:spPr>
          <a:xfrm>
            <a:off x="-1218245" y="4564164"/>
            <a:ext cx="971284" cy="317598"/>
          </a:xfrm>
          <a:prstGeom prst="rect">
            <a:avLst/>
          </a:prstGeom>
          <a:solidFill>
            <a:srgbClr val="DBE0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40">
            <a:extLst>
              <a:ext uri="{FF2B5EF4-FFF2-40B4-BE49-F238E27FC236}">
                <a16:creationId xmlns:a16="http://schemas.microsoft.com/office/drawing/2014/main" id="{527C88CA-FD9D-DE4A-8B91-9C9A96B1C178}"/>
              </a:ext>
            </a:extLst>
          </p:cNvPr>
          <p:cNvSpPr/>
          <p:nvPr userDrawn="1"/>
        </p:nvSpPr>
        <p:spPr>
          <a:xfrm>
            <a:off x="-1223128" y="4968706"/>
            <a:ext cx="971284" cy="339565"/>
          </a:xfrm>
          <a:prstGeom prst="rect">
            <a:avLst/>
          </a:prstGeom>
          <a:solidFill>
            <a:srgbClr val="932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42">
            <a:extLst>
              <a:ext uri="{FF2B5EF4-FFF2-40B4-BE49-F238E27FC236}">
                <a16:creationId xmlns:a16="http://schemas.microsoft.com/office/drawing/2014/main" id="{8E36CB0D-A61E-FF44-A8D7-A75431F0F502}"/>
              </a:ext>
            </a:extLst>
          </p:cNvPr>
          <p:cNvSpPr/>
          <p:nvPr userDrawn="1"/>
        </p:nvSpPr>
        <p:spPr>
          <a:xfrm>
            <a:off x="-1223129" y="6202532"/>
            <a:ext cx="971284" cy="331508"/>
          </a:xfrm>
          <a:prstGeom prst="rect">
            <a:avLst/>
          </a:prstGeom>
          <a:solidFill>
            <a:srgbClr val="E6B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Rectangle 43">
            <a:extLst>
              <a:ext uri="{FF2B5EF4-FFF2-40B4-BE49-F238E27FC236}">
                <a16:creationId xmlns:a16="http://schemas.microsoft.com/office/drawing/2014/main" id="{5599E8A9-52F6-2C4B-B865-ECCDC97AF81E}"/>
              </a:ext>
            </a:extLst>
          </p:cNvPr>
          <p:cNvSpPr/>
          <p:nvPr userDrawn="1"/>
        </p:nvSpPr>
        <p:spPr>
          <a:xfrm>
            <a:off x="-1223129" y="5798493"/>
            <a:ext cx="971284" cy="316119"/>
          </a:xfrm>
          <a:prstGeom prst="rect">
            <a:avLst/>
          </a:prstGeom>
          <a:solidFill>
            <a:srgbClr val="EC7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DCEB32-A3EF-234E-8CD8-80725D98355C}"/>
              </a:ext>
            </a:extLst>
          </p:cNvPr>
          <p:cNvSpPr txBox="1"/>
          <p:nvPr userDrawn="1"/>
        </p:nvSpPr>
        <p:spPr>
          <a:xfrm>
            <a:off x="787969" y="6386688"/>
            <a:ext cx="37853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hr-HR" sz="5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ТМХ</a:t>
            </a:r>
          </a:p>
          <a:p>
            <a:pPr algn="just"/>
            <a:r>
              <a:rPr lang="en-US" sz="45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20</a:t>
            </a:r>
            <a:r>
              <a:rPr lang="ru-RU" sz="45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19</a:t>
            </a:r>
            <a:endParaRPr lang="hr-HR" sz="45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EE4989-BB0A-5544-85CD-698218F120BC}"/>
              </a:ext>
            </a:extLst>
          </p:cNvPr>
          <p:cNvSpPr txBox="1"/>
          <p:nvPr userDrawn="1"/>
        </p:nvSpPr>
        <p:spPr>
          <a:xfrm>
            <a:off x="457716" y="6350944"/>
            <a:ext cx="419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fld id="{E4CAEAF2-6028-264D-AE0C-6A7A3A188EF7}" type="slidenum">
              <a:rPr lang="en-US" sz="1400" b="0" i="0" baseline="0" smtClean="0">
                <a:solidFill>
                  <a:srgbClr val="0058A6"/>
                </a:solidFill>
                <a:latin typeface="Century Gothic" charset="0"/>
                <a:ea typeface="Century Gothic" charset="0"/>
                <a:cs typeface="Century Gothic" charset="0"/>
              </a:rPr>
              <a:t>‹#›</a:t>
            </a:fld>
            <a:endParaRPr lang="hr-HR" sz="1400" b="0" i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81CB7E7-25BD-004F-8CEA-0A86EB66516C}"/>
              </a:ext>
            </a:extLst>
          </p:cNvPr>
          <p:cNvCxnSpPr>
            <a:cxnSpLocks/>
          </p:cNvCxnSpPr>
          <p:nvPr userDrawn="1"/>
        </p:nvCxnSpPr>
        <p:spPr>
          <a:xfrm>
            <a:off x="817293" y="6438900"/>
            <a:ext cx="0" cy="13017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31650F-B6DD-F04B-A3F9-00B452FD4890}"/>
              </a:ext>
            </a:extLst>
          </p:cNvPr>
          <p:cNvCxnSpPr>
            <a:cxnSpLocks/>
          </p:cNvCxnSpPr>
          <p:nvPr userDrawn="1"/>
        </p:nvCxnSpPr>
        <p:spPr>
          <a:xfrm>
            <a:off x="1055440" y="6438900"/>
            <a:ext cx="0" cy="13017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4715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4CF08AF-618C-1B4A-BD46-E9B78233D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254" y="453156"/>
            <a:ext cx="10374223" cy="788503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000" kern="1200" spc="300" dirty="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ru-RU" dirty="0"/>
              <a:t>ЗАГОЛОВОК 1 / КОЛОНТИТУЛ</a:t>
            </a:r>
            <a:r>
              <a:rPr lang="en-US" dirty="0"/>
              <a:t> / </a:t>
            </a:r>
            <a:r>
              <a:rPr lang="ru-RU" dirty="0"/>
              <a:t>ЛОГОТИПЫ И ИКОНКИ</a:t>
            </a:r>
          </a:p>
        </p:txBody>
      </p:sp>
      <p:pic>
        <p:nvPicPr>
          <p:cNvPr id="9" name="Colontitul">
            <a:extLst>
              <a:ext uri="{FF2B5EF4-FFF2-40B4-BE49-F238E27FC236}">
                <a16:creationId xmlns:a16="http://schemas.microsoft.com/office/drawing/2014/main" id="{98D74907-F00B-FD44-96C2-7EF22DA1C8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975" y="0"/>
            <a:ext cx="962025" cy="6858000"/>
          </a:xfrm>
          <a:prstGeom prst="rect">
            <a:avLst/>
          </a:prstGeom>
        </p:spPr>
      </p:pic>
      <p:sp>
        <p:nvSpPr>
          <p:cNvPr id="8" name="Rectangle 22">
            <a:extLst>
              <a:ext uri="{FF2B5EF4-FFF2-40B4-BE49-F238E27FC236}">
                <a16:creationId xmlns:a16="http://schemas.microsoft.com/office/drawing/2014/main" id="{F778272A-3166-E94C-BFDB-83D07288E71A}"/>
              </a:ext>
            </a:extLst>
          </p:cNvPr>
          <p:cNvSpPr/>
          <p:nvPr userDrawn="1"/>
        </p:nvSpPr>
        <p:spPr>
          <a:xfrm>
            <a:off x="-1223129" y="0"/>
            <a:ext cx="429313" cy="4726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6BAB9"/>
              </a:solidFill>
            </a:endParaRPr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54B5A7AA-0B8B-F049-AB60-B3F8431C3436}"/>
              </a:ext>
            </a:extLst>
          </p:cNvPr>
          <p:cNvSpPr/>
          <p:nvPr userDrawn="1"/>
        </p:nvSpPr>
        <p:spPr>
          <a:xfrm>
            <a:off x="-1223129" y="527900"/>
            <a:ext cx="429313" cy="472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Rectangle 24">
            <a:extLst>
              <a:ext uri="{FF2B5EF4-FFF2-40B4-BE49-F238E27FC236}">
                <a16:creationId xmlns:a16="http://schemas.microsoft.com/office/drawing/2014/main" id="{8B3F2759-0656-3946-A401-E9562D169BC9}"/>
              </a:ext>
            </a:extLst>
          </p:cNvPr>
          <p:cNvSpPr/>
          <p:nvPr userDrawn="1"/>
        </p:nvSpPr>
        <p:spPr>
          <a:xfrm>
            <a:off x="-1223129" y="1046881"/>
            <a:ext cx="429313" cy="4726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C6F0B3AD-C081-5A4A-B544-3FE7B38811DF}"/>
              </a:ext>
            </a:extLst>
          </p:cNvPr>
          <p:cNvSpPr/>
          <p:nvPr userDrawn="1"/>
        </p:nvSpPr>
        <p:spPr>
          <a:xfrm>
            <a:off x="-695669" y="-16402"/>
            <a:ext cx="429313" cy="472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Rectangle 26">
            <a:extLst>
              <a:ext uri="{FF2B5EF4-FFF2-40B4-BE49-F238E27FC236}">
                <a16:creationId xmlns:a16="http://schemas.microsoft.com/office/drawing/2014/main" id="{A1F7F256-D70D-6140-93D0-FD1BFB16F86A}"/>
              </a:ext>
            </a:extLst>
          </p:cNvPr>
          <p:cNvSpPr/>
          <p:nvPr userDrawn="1"/>
        </p:nvSpPr>
        <p:spPr>
          <a:xfrm>
            <a:off x="-695669" y="520926"/>
            <a:ext cx="429313" cy="472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DBC79A27-E8A7-8B4B-9C19-74D369FC9D95}"/>
              </a:ext>
            </a:extLst>
          </p:cNvPr>
          <p:cNvSpPr/>
          <p:nvPr userDrawn="1"/>
        </p:nvSpPr>
        <p:spPr>
          <a:xfrm>
            <a:off x="-695669" y="1058254"/>
            <a:ext cx="429313" cy="472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31C09DD8-3C50-3A4F-84D9-C80C4EEEDD02}"/>
              </a:ext>
            </a:extLst>
          </p:cNvPr>
          <p:cNvSpPr/>
          <p:nvPr userDrawn="1"/>
        </p:nvSpPr>
        <p:spPr>
          <a:xfrm>
            <a:off x="-1223129" y="1618862"/>
            <a:ext cx="429313" cy="1410944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Rectangle 36">
            <a:extLst>
              <a:ext uri="{FF2B5EF4-FFF2-40B4-BE49-F238E27FC236}">
                <a16:creationId xmlns:a16="http://schemas.microsoft.com/office/drawing/2014/main" id="{A8D81C01-D2DA-BA48-A156-2F40C13203E6}"/>
              </a:ext>
            </a:extLst>
          </p:cNvPr>
          <p:cNvSpPr/>
          <p:nvPr userDrawn="1"/>
        </p:nvSpPr>
        <p:spPr>
          <a:xfrm>
            <a:off x="-1232654" y="3105991"/>
            <a:ext cx="429313" cy="1372056"/>
          </a:xfrm>
          <a:prstGeom prst="rect">
            <a:avLst/>
          </a:prstGeom>
          <a:solidFill>
            <a:srgbClr val="005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Rectangle 41">
            <a:extLst>
              <a:ext uri="{FF2B5EF4-FFF2-40B4-BE49-F238E27FC236}">
                <a16:creationId xmlns:a16="http://schemas.microsoft.com/office/drawing/2014/main" id="{74904346-2C0C-9E41-B4BE-953E281C90BF}"/>
              </a:ext>
            </a:extLst>
          </p:cNvPr>
          <p:cNvSpPr/>
          <p:nvPr userDrawn="1"/>
        </p:nvSpPr>
        <p:spPr>
          <a:xfrm>
            <a:off x="-680456" y="2613312"/>
            <a:ext cx="433494" cy="406562"/>
          </a:xfrm>
          <a:prstGeom prst="rect">
            <a:avLst/>
          </a:prstGeom>
          <a:solidFill>
            <a:srgbClr val="66CEF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Rectangle 48">
            <a:extLst>
              <a:ext uri="{FF2B5EF4-FFF2-40B4-BE49-F238E27FC236}">
                <a16:creationId xmlns:a16="http://schemas.microsoft.com/office/drawing/2014/main" id="{AC7B0741-F546-0F42-99AB-75D2DC44F07C}"/>
              </a:ext>
            </a:extLst>
          </p:cNvPr>
          <p:cNvSpPr/>
          <p:nvPr userDrawn="1"/>
        </p:nvSpPr>
        <p:spPr>
          <a:xfrm>
            <a:off x="-680456" y="1618862"/>
            <a:ext cx="433494" cy="406562"/>
          </a:xfrm>
          <a:prstGeom prst="rect">
            <a:avLst/>
          </a:prstGeom>
          <a:solidFill>
            <a:srgbClr val="66CEF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Rectangle 49">
            <a:extLst>
              <a:ext uri="{FF2B5EF4-FFF2-40B4-BE49-F238E27FC236}">
                <a16:creationId xmlns:a16="http://schemas.microsoft.com/office/drawing/2014/main" id="{E3D93425-2BCF-7B4D-9762-264D7756812B}"/>
              </a:ext>
            </a:extLst>
          </p:cNvPr>
          <p:cNvSpPr/>
          <p:nvPr userDrawn="1"/>
        </p:nvSpPr>
        <p:spPr>
          <a:xfrm>
            <a:off x="-680456" y="2101609"/>
            <a:ext cx="433494" cy="434683"/>
          </a:xfrm>
          <a:prstGeom prst="rect">
            <a:avLst/>
          </a:prstGeom>
          <a:solidFill>
            <a:srgbClr val="66CEF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9F4B16F5-5E56-DD4B-AB9F-3ACE19E116C8}"/>
              </a:ext>
            </a:extLst>
          </p:cNvPr>
          <p:cNvSpPr/>
          <p:nvPr userDrawn="1"/>
        </p:nvSpPr>
        <p:spPr>
          <a:xfrm>
            <a:off x="-683472" y="4071485"/>
            <a:ext cx="433494" cy="406562"/>
          </a:xfrm>
          <a:prstGeom prst="rect">
            <a:avLst/>
          </a:prstGeom>
          <a:solidFill>
            <a:srgbClr val="0058A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51">
            <a:extLst>
              <a:ext uri="{FF2B5EF4-FFF2-40B4-BE49-F238E27FC236}">
                <a16:creationId xmlns:a16="http://schemas.microsoft.com/office/drawing/2014/main" id="{05C90F67-9FE0-6D45-917E-B5D7B29BBE11}"/>
              </a:ext>
            </a:extLst>
          </p:cNvPr>
          <p:cNvSpPr/>
          <p:nvPr userDrawn="1"/>
        </p:nvSpPr>
        <p:spPr>
          <a:xfrm>
            <a:off x="-683472" y="3105991"/>
            <a:ext cx="433494" cy="406562"/>
          </a:xfrm>
          <a:prstGeom prst="rect">
            <a:avLst/>
          </a:prstGeom>
          <a:solidFill>
            <a:srgbClr val="0058A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52">
            <a:extLst>
              <a:ext uri="{FF2B5EF4-FFF2-40B4-BE49-F238E27FC236}">
                <a16:creationId xmlns:a16="http://schemas.microsoft.com/office/drawing/2014/main" id="{8BB8D423-1CA3-D541-83F6-532A0434C8D2}"/>
              </a:ext>
            </a:extLst>
          </p:cNvPr>
          <p:cNvSpPr/>
          <p:nvPr userDrawn="1"/>
        </p:nvSpPr>
        <p:spPr>
          <a:xfrm>
            <a:off x="-683472" y="3588738"/>
            <a:ext cx="433494" cy="406562"/>
          </a:xfrm>
          <a:prstGeom prst="rect">
            <a:avLst/>
          </a:prstGeom>
          <a:solidFill>
            <a:srgbClr val="0058A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Rectangle 38">
            <a:extLst>
              <a:ext uri="{FF2B5EF4-FFF2-40B4-BE49-F238E27FC236}">
                <a16:creationId xmlns:a16="http://schemas.microsoft.com/office/drawing/2014/main" id="{7A80B5B9-591C-C548-9735-58F9EBADAA90}"/>
              </a:ext>
            </a:extLst>
          </p:cNvPr>
          <p:cNvSpPr/>
          <p:nvPr userDrawn="1"/>
        </p:nvSpPr>
        <p:spPr>
          <a:xfrm>
            <a:off x="-1223128" y="5387054"/>
            <a:ext cx="971284" cy="317598"/>
          </a:xfrm>
          <a:prstGeom prst="rect">
            <a:avLst/>
          </a:prstGeom>
          <a:solidFill>
            <a:srgbClr val="2095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Rectangle 39">
            <a:extLst>
              <a:ext uri="{FF2B5EF4-FFF2-40B4-BE49-F238E27FC236}">
                <a16:creationId xmlns:a16="http://schemas.microsoft.com/office/drawing/2014/main" id="{EF64E4A9-322E-3F44-83D7-5898DDCF4843}"/>
              </a:ext>
            </a:extLst>
          </p:cNvPr>
          <p:cNvSpPr/>
          <p:nvPr userDrawn="1"/>
        </p:nvSpPr>
        <p:spPr>
          <a:xfrm>
            <a:off x="-1218245" y="4564164"/>
            <a:ext cx="971284" cy="317598"/>
          </a:xfrm>
          <a:prstGeom prst="rect">
            <a:avLst/>
          </a:prstGeom>
          <a:solidFill>
            <a:srgbClr val="DBE0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527C88CA-FD9D-DE4A-8B91-9C9A96B1C178}"/>
              </a:ext>
            </a:extLst>
          </p:cNvPr>
          <p:cNvSpPr/>
          <p:nvPr userDrawn="1"/>
        </p:nvSpPr>
        <p:spPr>
          <a:xfrm>
            <a:off x="-1223128" y="4968706"/>
            <a:ext cx="971284" cy="339565"/>
          </a:xfrm>
          <a:prstGeom prst="rect">
            <a:avLst/>
          </a:prstGeom>
          <a:solidFill>
            <a:srgbClr val="932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42">
            <a:extLst>
              <a:ext uri="{FF2B5EF4-FFF2-40B4-BE49-F238E27FC236}">
                <a16:creationId xmlns:a16="http://schemas.microsoft.com/office/drawing/2014/main" id="{8E36CB0D-A61E-FF44-A8D7-A75431F0F502}"/>
              </a:ext>
            </a:extLst>
          </p:cNvPr>
          <p:cNvSpPr/>
          <p:nvPr userDrawn="1"/>
        </p:nvSpPr>
        <p:spPr>
          <a:xfrm>
            <a:off x="-1223129" y="6202532"/>
            <a:ext cx="971284" cy="331508"/>
          </a:xfrm>
          <a:prstGeom prst="rect">
            <a:avLst/>
          </a:prstGeom>
          <a:solidFill>
            <a:srgbClr val="E6B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43">
            <a:extLst>
              <a:ext uri="{FF2B5EF4-FFF2-40B4-BE49-F238E27FC236}">
                <a16:creationId xmlns:a16="http://schemas.microsoft.com/office/drawing/2014/main" id="{5599E8A9-52F6-2C4B-B865-ECCDC97AF81E}"/>
              </a:ext>
            </a:extLst>
          </p:cNvPr>
          <p:cNvSpPr/>
          <p:nvPr userDrawn="1"/>
        </p:nvSpPr>
        <p:spPr>
          <a:xfrm>
            <a:off x="-1223129" y="5798493"/>
            <a:ext cx="971284" cy="316119"/>
          </a:xfrm>
          <a:prstGeom prst="rect">
            <a:avLst/>
          </a:prstGeom>
          <a:solidFill>
            <a:srgbClr val="EC7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F2FE96-9C65-CF46-A174-6D4926BA3FCD}"/>
              </a:ext>
            </a:extLst>
          </p:cNvPr>
          <p:cNvCxnSpPr>
            <a:cxnSpLocks/>
          </p:cNvCxnSpPr>
          <p:nvPr userDrawn="1"/>
        </p:nvCxnSpPr>
        <p:spPr>
          <a:xfrm>
            <a:off x="817293" y="6438900"/>
            <a:ext cx="0" cy="13017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23FEE55-5BFD-8B4E-9388-ACD3FCC7237D}"/>
              </a:ext>
            </a:extLst>
          </p:cNvPr>
          <p:cNvCxnSpPr>
            <a:cxnSpLocks/>
          </p:cNvCxnSpPr>
          <p:nvPr userDrawn="1"/>
        </p:nvCxnSpPr>
        <p:spPr>
          <a:xfrm>
            <a:off x="1055440" y="6438900"/>
            <a:ext cx="0" cy="13017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60A2F1-5D28-C349-9325-EA1A36DAF67D}"/>
              </a:ext>
            </a:extLst>
          </p:cNvPr>
          <p:cNvSpPr txBox="1"/>
          <p:nvPr userDrawn="1"/>
        </p:nvSpPr>
        <p:spPr>
          <a:xfrm>
            <a:off x="457716" y="6350944"/>
            <a:ext cx="419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fld id="{E4CAEAF2-6028-264D-AE0C-6A7A3A188EF7}" type="slidenum">
              <a:rPr lang="en-US" sz="1400" b="0" i="0" baseline="0" smtClean="0">
                <a:solidFill>
                  <a:srgbClr val="0058A6"/>
                </a:solidFill>
                <a:latin typeface="Century Gothic" charset="0"/>
                <a:ea typeface="Century Gothic" charset="0"/>
                <a:cs typeface="Century Gothic" charset="0"/>
              </a:rPr>
              <a:t>‹#›</a:t>
            </a:fld>
            <a:endParaRPr lang="hr-HR" sz="1400" b="0" i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850FDD-E838-E848-AD24-3053BE8E917E}"/>
              </a:ext>
            </a:extLst>
          </p:cNvPr>
          <p:cNvSpPr txBox="1"/>
          <p:nvPr userDrawn="1"/>
        </p:nvSpPr>
        <p:spPr>
          <a:xfrm>
            <a:off x="787969" y="6386688"/>
            <a:ext cx="378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sz="5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ТМХ</a:t>
            </a:r>
          </a:p>
          <a:p>
            <a:pPr algn="just"/>
            <a:r>
              <a:rPr lang="en-US" sz="45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20</a:t>
            </a:r>
            <a:r>
              <a:rPr lang="ru-RU" sz="45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26</a:t>
            </a:r>
            <a:endParaRPr lang="hr-HR" sz="45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206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nal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919DEF27-94AD-9344-B8C6-A606E018CF9F}"/>
              </a:ext>
            </a:extLst>
          </p:cNvPr>
          <p:cNvSpPr/>
          <p:nvPr userDrawn="1"/>
        </p:nvSpPr>
        <p:spPr>
          <a:xfrm>
            <a:off x="144855" y="0"/>
            <a:ext cx="11565700" cy="68676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B39F8B-AE3D-3D45-9035-4A5E0A266EDF}"/>
              </a:ext>
            </a:extLst>
          </p:cNvPr>
          <p:cNvSpPr/>
          <p:nvPr userDrawn="1"/>
        </p:nvSpPr>
        <p:spPr>
          <a:xfrm>
            <a:off x="144855" y="14446"/>
            <a:ext cx="11565700" cy="6858002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9785AC3-BB4B-594C-BE2C-A7FA7C1D83A4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21356" y="3224913"/>
            <a:ext cx="5406349" cy="437068"/>
          </a:xfrm>
          <a:prstGeom prst="rect">
            <a:avLst/>
          </a:prstGeom>
        </p:spPr>
        <p:txBody>
          <a:bodyPr vert="horz" lIns="82646" tIns="41323" rIns="82646" bIns="41323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826497">
              <a:defRPr/>
            </a:pPr>
            <a:r>
              <a:rPr lang="ru-RU" sz="2400" dirty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rPr>
              <a:t>СПАСИБО!</a:t>
            </a:r>
          </a:p>
        </p:txBody>
      </p:sp>
      <p:pic>
        <p:nvPicPr>
          <p:cNvPr id="7" name="Colontitul">
            <a:extLst>
              <a:ext uri="{FF2B5EF4-FFF2-40B4-BE49-F238E27FC236}">
                <a16:creationId xmlns:a16="http://schemas.microsoft.com/office/drawing/2014/main" id="{EEACF66A-8C4B-0041-8759-D9C5A30D830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975" y="0"/>
            <a:ext cx="962025" cy="6858000"/>
          </a:xfrm>
          <a:prstGeom prst="rect">
            <a:avLst/>
          </a:prstGeom>
        </p:spPr>
      </p:pic>
      <p:sp>
        <p:nvSpPr>
          <p:cNvPr id="9" name="Rectangle 22">
            <a:extLst>
              <a:ext uri="{FF2B5EF4-FFF2-40B4-BE49-F238E27FC236}">
                <a16:creationId xmlns:a16="http://schemas.microsoft.com/office/drawing/2014/main" id="{F778272A-3166-E94C-BFDB-83D07288E71A}"/>
              </a:ext>
            </a:extLst>
          </p:cNvPr>
          <p:cNvSpPr/>
          <p:nvPr userDrawn="1"/>
        </p:nvSpPr>
        <p:spPr>
          <a:xfrm>
            <a:off x="-1223129" y="0"/>
            <a:ext cx="429313" cy="4726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6BAB9"/>
              </a:solidFill>
            </a:endParaRP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54B5A7AA-0B8B-F049-AB60-B3F8431C3436}"/>
              </a:ext>
            </a:extLst>
          </p:cNvPr>
          <p:cNvSpPr/>
          <p:nvPr userDrawn="1"/>
        </p:nvSpPr>
        <p:spPr>
          <a:xfrm>
            <a:off x="-1223129" y="527900"/>
            <a:ext cx="429313" cy="472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8B3F2759-0656-3946-A401-E9562D169BC9}"/>
              </a:ext>
            </a:extLst>
          </p:cNvPr>
          <p:cNvSpPr/>
          <p:nvPr userDrawn="1"/>
        </p:nvSpPr>
        <p:spPr>
          <a:xfrm>
            <a:off x="-1223129" y="1046881"/>
            <a:ext cx="429313" cy="4726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C6F0B3AD-C081-5A4A-B544-3FE7B38811DF}"/>
              </a:ext>
            </a:extLst>
          </p:cNvPr>
          <p:cNvSpPr/>
          <p:nvPr userDrawn="1"/>
        </p:nvSpPr>
        <p:spPr>
          <a:xfrm>
            <a:off x="-695669" y="-16402"/>
            <a:ext cx="429313" cy="472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Rectangle 26">
            <a:extLst>
              <a:ext uri="{FF2B5EF4-FFF2-40B4-BE49-F238E27FC236}">
                <a16:creationId xmlns:a16="http://schemas.microsoft.com/office/drawing/2014/main" id="{A1F7F256-D70D-6140-93D0-FD1BFB16F86A}"/>
              </a:ext>
            </a:extLst>
          </p:cNvPr>
          <p:cNvSpPr/>
          <p:nvPr userDrawn="1"/>
        </p:nvSpPr>
        <p:spPr>
          <a:xfrm>
            <a:off x="-695669" y="520926"/>
            <a:ext cx="429313" cy="472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DBC79A27-E8A7-8B4B-9C19-74D369FC9D95}"/>
              </a:ext>
            </a:extLst>
          </p:cNvPr>
          <p:cNvSpPr/>
          <p:nvPr userDrawn="1"/>
        </p:nvSpPr>
        <p:spPr>
          <a:xfrm>
            <a:off x="-695669" y="1058254"/>
            <a:ext cx="429313" cy="472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31C09DD8-3C50-3A4F-84D9-C80C4EEEDD02}"/>
              </a:ext>
            </a:extLst>
          </p:cNvPr>
          <p:cNvSpPr/>
          <p:nvPr userDrawn="1"/>
        </p:nvSpPr>
        <p:spPr>
          <a:xfrm>
            <a:off x="-1223129" y="1618862"/>
            <a:ext cx="429313" cy="1410944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A8D81C01-D2DA-BA48-A156-2F40C13203E6}"/>
              </a:ext>
            </a:extLst>
          </p:cNvPr>
          <p:cNvSpPr/>
          <p:nvPr userDrawn="1"/>
        </p:nvSpPr>
        <p:spPr>
          <a:xfrm>
            <a:off x="-1232654" y="3105991"/>
            <a:ext cx="429313" cy="1372056"/>
          </a:xfrm>
          <a:prstGeom prst="rect">
            <a:avLst/>
          </a:prstGeom>
          <a:solidFill>
            <a:srgbClr val="005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Rectangle 41">
            <a:extLst>
              <a:ext uri="{FF2B5EF4-FFF2-40B4-BE49-F238E27FC236}">
                <a16:creationId xmlns:a16="http://schemas.microsoft.com/office/drawing/2014/main" id="{74904346-2C0C-9E41-B4BE-953E281C90BF}"/>
              </a:ext>
            </a:extLst>
          </p:cNvPr>
          <p:cNvSpPr/>
          <p:nvPr userDrawn="1"/>
        </p:nvSpPr>
        <p:spPr>
          <a:xfrm>
            <a:off x="-680456" y="2613312"/>
            <a:ext cx="433494" cy="406562"/>
          </a:xfrm>
          <a:prstGeom prst="rect">
            <a:avLst/>
          </a:prstGeom>
          <a:solidFill>
            <a:srgbClr val="66CEF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AC7B0741-F546-0F42-99AB-75D2DC44F07C}"/>
              </a:ext>
            </a:extLst>
          </p:cNvPr>
          <p:cNvSpPr/>
          <p:nvPr userDrawn="1"/>
        </p:nvSpPr>
        <p:spPr>
          <a:xfrm>
            <a:off x="-680456" y="1618862"/>
            <a:ext cx="433494" cy="406562"/>
          </a:xfrm>
          <a:prstGeom prst="rect">
            <a:avLst/>
          </a:prstGeom>
          <a:solidFill>
            <a:srgbClr val="66CEF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E3D93425-2BCF-7B4D-9762-264D7756812B}"/>
              </a:ext>
            </a:extLst>
          </p:cNvPr>
          <p:cNvSpPr/>
          <p:nvPr userDrawn="1"/>
        </p:nvSpPr>
        <p:spPr>
          <a:xfrm>
            <a:off x="-680456" y="2101609"/>
            <a:ext cx="433494" cy="434683"/>
          </a:xfrm>
          <a:prstGeom prst="rect">
            <a:avLst/>
          </a:prstGeom>
          <a:solidFill>
            <a:srgbClr val="66CEF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9F4B16F5-5E56-DD4B-AB9F-3ACE19E116C8}"/>
              </a:ext>
            </a:extLst>
          </p:cNvPr>
          <p:cNvSpPr/>
          <p:nvPr userDrawn="1"/>
        </p:nvSpPr>
        <p:spPr>
          <a:xfrm>
            <a:off x="-683472" y="4071485"/>
            <a:ext cx="433494" cy="406562"/>
          </a:xfrm>
          <a:prstGeom prst="rect">
            <a:avLst/>
          </a:prstGeom>
          <a:solidFill>
            <a:srgbClr val="0058A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51">
            <a:extLst>
              <a:ext uri="{FF2B5EF4-FFF2-40B4-BE49-F238E27FC236}">
                <a16:creationId xmlns:a16="http://schemas.microsoft.com/office/drawing/2014/main" id="{05C90F67-9FE0-6D45-917E-B5D7B29BBE11}"/>
              </a:ext>
            </a:extLst>
          </p:cNvPr>
          <p:cNvSpPr/>
          <p:nvPr userDrawn="1"/>
        </p:nvSpPr>
        <p:spPr>
          <a:xfrm>
            <a:off x="-683472" y="3105991"/>
            <a:ext cx="433494" cy="406562"/>
          </a:xfrm>
          <a:prstGeom prst="rect">
            <a:avLst/>
          </a:prstGeom>
          <a:solidFill>
            <a:srgbClr val="0058A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Rectangle 52">
            <a:extLst>
              <a:ext uri="{FF2B5EF4-FFF2-40B4-BE49-F238E27FC236}">
                <a16:creationId xmlns:a16="http://schemas.microsoft.com/office/drawing/2014/main" id="{8BB8D423-1CA3-D541-83F6-532A0434C8D2}"/>
              </a:ext>
            </a:extLst>
          </p:cNvPr>
          <p:cNvSpPr/>
          <p:nvPr userDrawn="1"/>
        </p:nvSpPr>
        <p:spPr>
          <a:xfrm>
            <a:off x="-683472" y="3588738"/>
            <a:ext cx="433494" cy="406562"/>
          </a:xfrm>
          <a:prstGeom prst="rect">
            <a:avLst/>
          </a:prstGeom>
          <a:solidFill>
            <a:srgbClr val="0058A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Rectangle 38">
            <a:extLst>
              <a:ext uri="{FF2B5EF4-FFF2-40B4-BE49-F238E27FC236}">
                <a16:creationId xmlns:a16="http://schemas.microsoft.com/office/drawing/2014/main" id="{7A80B5B9-591C-C548-9735-58F9EBADAA90}"/>
              </a:ext>
            </a:extLst>
          </p:cNvPr>
          <p:cNvSpPr/>
          <p:nvPr userDrawn="1"/>
        </p:nvSpPr>
        <p:spPr>
          <a:xfrm>
            <a:off x="-1223128" y="5387054"/>
            <a:ext cx="971284" cy="317598"/>
          </a:xfrm>
          <a:prstGeom prst="rect">
            <a:avLst/>
          </a:prstGeom>
          <a:solidFill>
            <a:srgbClr val="2095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Rectangle 39">
            <a:extLst>
              <a:ext uri="{FF2B5EF4-FFF2-40B4-BE49-F238E27FC236}">
                <a16:creationId xmlns:a16="http://schemas.microsoft.com/office/drawing/2014/main" id="{EF64E4A9-322E-3F44-83D7-5898DDCF4843}"/>
              </a:ext>
            </a:extLst>
          </p:cNvPr>
          <p:cNvSpPr/>
          <p:nvPr userDrawn="1"/>
        </p:nvSpPr>
        <p:spPr>
          <a:xfrm>
            <a:off x="-1218245" y="4564164"/>
            <a:ext cx="971284" cy="317598"/>
          </a:xfrm>
          <a:prstGeom prst="rect">
            <a:avLst/>
          </a:prstGeom>
          <a:solidFill>
            <a:srgbClr val="DBE0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40">
            <a:extLst>
              <a:ext uri="{FF2B5EF4-FFF2-40B4-BE49-F238E27FC236}">
                <a16:creationId xmlns:a16="http://schemas.microsoft.com/office/drawing/2014/main" id="{527C88CA-FD9D-DE4A-8B91-9C9A96B1C178}"/>
              </a:ext>
            </a:extLst>
          </p:cNvPr>
          <p:cNvSpPr/>
          <p:nvPr userDrawn="1"/>
        </p:nvSpPr>
        <p:spPr>
          <a:xfrm>
            <a:off x="-1223128" y="4968706"/>
            <a:ext cx="971284" cy="339565"/>
          </a:xfrm>
          <a:prstGeom prst="rect">
            <a:avLst/>
          </a:prstGeom>
          <a:solidFill>
            <a:srgbClr val="932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42">
            <a:extLst>
              <a:ext uri="{FF2B5EF4-FFF2-40B4-BE49-F238E27FC236}">
                <a16:creationId xmlns:a16="http://schemas.microsoft.com/office/drawing/2014/main" id="{8E36CB0D-A61E-FF44-A8D7-A75431F0F502}"/>
              </a:ext>
            </a:extLst>
          </p:cNvPr>
          <p:cNvSpPr/>
          <p:nvPr userDrawn="1"/>
        </p:nvSpPr>
        <p:spPr>
          <a:xfrm>
            <a:off x="-1223129" y="6202532"/>
            <a:ext cx="971284" cy="331508"/>
          </a:xfrm>
          <a:prstGeom prst="rect">
            <a:avLst/>
          </a:prstGeom>
          <a:solidFill>
            <a:srgbClr val="E6B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Rectangle 43">
            <a:extLst>
              <a:ext uri="{FF2B5EF4-FFF2-40B4-BE49-F238E27FC236}">
                <a16:creationId xmlns:a16="http://schemas.microsoft.com/office/drawing/2014/main" id="{5599E8A9-52F6-2C4B-B865-ECCDC97AF81E}"/>
              </a:ext>
            </a:extLst>
          </p:cNvPr>
          <p:cNvSpPr/>
          <p:nvPr userDrawn="1"/>
        </p:nvSpPr>
        <p:spPr>
          <a:xfrm>
            <a:off x="-1223129" y="5798493"/>
            <a:ext cx="971284" cy="316119"/>
          </a:xfrm>
          <a:prstGeom prst="rect">
            <a:avLst/>
          </a:prstGeom>
          <a:solidFill>
            <a:srgbClr val="EC7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42553A98-A7DC-D743-860F-7CD4B256499D}"/>
              </a:ext>
            </a:extLst>
          </p:cNvPr>
          <p:cNvSpPr/>
          <p:nvPr userDrawn="1"/>
        </p:nvSpPr>
        <p:spPr>
          <a:xfrm>
            <a:off x="6718942" y="5072101"/>
            <a:ext cx="3719796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265"/>
              </a:spcBef>
            </a:pPr>
            <a:r>
              <a:rPr lang="en-US" sz="1400" b="1" i="0" u="none" dirty="0">
                <a:solidFill>
                  <a:srgbClr val="65CEF6"/>
                </a:solidFill>
                <a:latin typeface="Century Gothic" panose="020B0502020202020204" pitchFamily="34" charset="0"/>
                <a:cs typeface="Trebuchet MS"/>
              </a:rPr>
              <a:t>TM</a:t>
            </a:r>
            <a:r>
              <a:rPr lang="ru-RU" sz="1400" b="1" i="0" u="none" dirty="0">
                <a:solidFill>
                  <a:srgbClr val="65CEF6"/>
                </a:solidFill>
                <a:latin typeface="Century Gothic" panose="020B0502020202020204" pitchFamily="34" charset="0"/>
                <a:cs typeface="Trebuchet MS"/>
              </a:rPr>
              <a:t>Х</a:t>
            </a:r>
            <a:endParaRPr lang="en-US" sz="1400" b="1" i="0" u="none" dirty="0">
              <a:solidFill>
                <a:srgbClr val="65CEF6"/>
              </a:solidFill>
              <a:latin typeface="Century Gothic" panose="020B0502020202020204" pitchFamily="34" charset="0"/>
              <a:cs typeface="Trebuchet MS"/>
            </a:endParaRPr>
          </a:p>
          <a:p>
            <a:pPr marL="12700">
              <a:spcBef>
                <a:spcPts val="120"/>
              </a:spcBef>
            </a:pPr>
            <a:endParaRPr lang="en-US" sz="1200" i="0" u="none" dirty="0">
              <a:solidFill>
                <a:schemeClr val="bg1"/>
              </a:solidFill>
              <a:latin typeface="Century Gothic" panose="020B0502020202020204" pitchFamily="34" charset="0"/>
              <a:cs typeface="Trebuchet MS"/>
            </a:endParaRPr>
          </a:p>
          <a:p>
            <a:pPr marL="12700">
              <a:spcBef>
                <a:spcPts val="120"/>
              </a:spcBef>
            </a:pPr>
            <a:r>
              <a:rPr lang="en-US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119048</a:t>
            </a:r>
            <a:r>
              <a:rPr lang="ru-RU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,</a:t>
            </a:r>
            <a:r>
              <a:rPr lang="en-US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 </a:t>
            </a:r>
            <a:r>
              <a:rPr lang="ru-RU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Россия</a:t>
            </a:r>
            <a:r>
              <a:rPr lang="en-US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, </a:t>
            </a:r>
            <a:r>
              <a:rPr lang="ru-RU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Москва</a:t>
            </a:r>
            <a:r>
              <a:rPr lang="en-US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, </a:t>
            </a:r>
            <a:r>
              <a:rPr lang="ru-RU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ул. Ефремова, д</a:t>
            </a:r>
            <a:r>
              <a:rPr lang="en-US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. 10</a:t>
            </a:r>
          </a:p>
          <a:p>
            <a:pPr marL="12700">
              <a:spcBef>
                <a:spcPts val="204"/>
              </a:spcBef>
            </a:pPr>
            <a:r>
              <a:rPr lang="ru-RU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Телефон</a:t>
            </a:r>
            <a:r>
              <a:rPr lang="en-US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: +7 495 660 89 50</a:t>
            </a:r>
          </a:p>
          <a:p>
            <a:pPr marL="12700">
              <a:spcBef>
                <a:spcPts val="95"/>
              </a:spcBef>
            </a:pPr>
            <a:r>
              <a:rPr lang="ru-RU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Факс: </a:t>
            </a:r>
            <a:r>
              <a:rPr lang="en-US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+7 495 744 70 94</a:t>
            </a:r>
          </a:p>
          <a:p>
            <a:pPr marL="12700"/>
            <a:r>
              <a:rPr lang="en-US" sz="1200" i="0" u="none" dirty="0">
                <a:solidFill>
                  <a:schemeClr val="bg1"/>
                </a:solidFill>
                <a:latin typeface="Century Gothic" panose="020B0502020202020204" pitchFamily="34" charset="0"/>
                <a:cs typeface="Trebuchet MS"/>
              </a:rPr>
              <a:t>e-mail: </a:t>
            </a:r>
            <a:r>
              <a:rPr lang="en-US" sz="1200" i="0" u="none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cs typeface="Trebuchet MS"/>
              </a:rPr>
              <a:t>info@tmholding.ru</a:t>
            </a:r>
            <a:endParaRPr lang="en-US" sz="1200" i="0" u="none" dirty="0">
              <a:solidFill>
                <a:schemeClr val="bg1"/>
              </a:solidFill>
              <a:latin typeface="Century Gothic" panose="020B0502020202020204" pitchFamily="34" charset="0"/>
              <a:cs typeface="Trebuchet MS"/>
            </a:endParaRPr>
          </a:p>
          <a:p>
            <a:pPr marL="12700">
              <a:spcBef>
                <a:spcPts val="120"/>
              </a:spcBef>
            </a:pPr>
            <a:r>
              <a:rPr lang="en-US" sz="1200" i="0" u="none" dirty="0">
                <a:solidFill>
                  <a:srgbClr val="66CEF6"/>
                </a:solidFill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cs typeface="Trebuchet MS"/>
              </a:rPr>
              <a:t>www.tmholding.ru</a:t>
            </a:r>
            <a:endParaRPr lang="en-US" sz="1200" i="0" u="none" dirty="0">
              <a:solidFill>
                <a:srgbClr val="66CEF6"/>
              </a:solidFill>
              <a:latin typeface="Century Gothic" panose="020B0502020202020204" pitchFamily="34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75815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56DB522-0924-FA48-9E63-3DDE9A0341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10000"/>
          </a:blip>
          <a:srcRect t="4186" r="42526" b="4403"/>
          <a:stretch/>
        </p:blipFill>
        <p:spPr>
          <a:xfrm>
            <a:off x="7869814" y="-16402"/>
            <a:ext cx="4322186" cy="6874402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9785AC3-BB4B-594C-BE2C-A7FA7C1D83A4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21356" y="3224913"/>
            <a:ext cx="5406349" cy="437068"/>
          </a:xfrm>
          <a:prstGeom prst="rect">
            <a:avLst/>
          </a:prstGeom>
        </p:spPr>
        <p:txBody>
          <a:bodyPr vert="horz" lIns="82646" tIns="41323" rIns="82646" bIns="41323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826497">
              <a:defRPr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СПАСИБО!</a:t>
            </a:r>
          </a:p>
        </p:txBody>
      </p:sp>
      <p:pic>
        <p:nvPicPr>
          <p:cNvPr id="7" name="Colontitul">
            <a:extLst>
              <a:ext uri="{FF2B5EF4-FFF2-40B4-BE49-F238E27FC236}">
                <a16:creationId xmlns:a16="http://schemas.microsoft.com/office/drawing/2014/main" id="{EEACF66A-8C4B-0041-8759-D9C5A30D830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975" y="0"/>
            <a:ext cx="962025" cy="6858000"/>
          </a:xfrm>
          <a:prstGeom prst="rect">
            <a:avLst/>
          </a:prstGeom>
        </p:spPr>
      </p:pic>
      <p:sp>
        <p:nvSpPr>
          <p:cNvPr id="6" name="Rectangle 22">
            <a:extLst>
              <a:ext uri="{FF2B5EF4-FFF2-40B4-BE49-F238E27FC236}">
                <a16:creationId xmlns:a16="http://schemas.microsoft.com/office/drawing/2014/main" id="{F778272A-3166-E94C-BFDB-83D07288E71A}"/>
              </a:ext>
            </a:extLst>
          </p:cNvPr>
          <p:cNvSpPr/>
          <p:nvPr userDrawn="1"/>
        </p:nvSpPr>
        <p:spPr>
          <a:xfrm>
            <a:off x="-1223129" y="0"/>
            <a:ext cx="429313" cy="47261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6BAB9"/>
              </a:solidFill>
            </a:endParaRPr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54B5A7AA-0B8B-F049-AB60-B3F8431C3436}"/>
              </a:ext>
            </a:extLst>
          </p:cNvPr>
          <p:cNvSpPr/>
          <p:nvPr userDrawn="1"/>
        </p:nvSpPr>
        <p:spPr>
          <a:xfrm>
            <a:off x="-1223129" y="527900"/>
            <a:ext cx="429313" cy="472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Rectangle 24">
            <a:extLst>
              <a:ext uri="{FF2B5EF4-FFF2-40B4-BE49-F238E27FC236}">
                <a16:creationId xmlns:a16="http://schemas.microsoft.com/office/drawing/2014/main" id="{8B3F2759-0656-3946-A401-E9562D169BC9}"/>
              </a:ext>
            </a:extLst>
          </p:cNvPr>
          <p:cNvSpPr/>
          <p:nvPr userDrawn="1"/>
        </p:nvSpPr>
        <p:spPr>
          <a:xfrm>
            <a:off x="-1223129" y="1046881"/>
            <a:ext cx="429313" cy="4726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C6F0B3AD-C081-5A4A-B544-3FE7B38811DF}"/>
              </a:ext>
            </a:extLst>
          </p:cNvPr>
          <p:cNvSpPr/>
          <p:nvPr userDrawn="1"/>
        </p:nvSpPr>
        <p:spPr>
          <a:xfrm>
            <a:off x="-695669" y="-16402"/>
            <a:ext cx="429313" cy="472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Rectangle 26">
            <a:extLst>
              <a:ext uri="{FF2B5EF4-FFF2-40B4-BE49-F238E27FC236}">
                <a16:creationId xmlns:a16="http://schemas.microsoft.com/office/drawing/2014/main" id="{A1F7F256-D70D-6140-93D0-FD1BFB16F86A}"/>
              </a:ext>
            </a:extLst>
          </p:cNvPr>
          <p:cNvSpPr/>
          <p:nvPr userDrawn="1"/>
        </p:nvSpPr>
        <p:spPr>
          <a:xfrm>
            <a:off x="-695669" y="520926"/>
            <a:ext cx="429313" cy="472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DBC79A27-E8A7-8B4B-9C19-74D369FC9D95}"/>
              </a:ext>
            </a:extLst>
          </p:cNvPr>
          <p:cNvSpPr/>
          <p:nvPr userDrawn="1"/>
        </p:nvSpPr>
        <p:spPr>
          <a:xfrm>
            <a:off x="-695669" y="1058254"/>
            <a:ext cx="429313" cy="472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31C09DD8-3C50-3A4F-84D9-C80C4EEEDD02}"/>
              </a:ext>
            </a:extLst>
          </p:cNvPr>
          <p:cNvSpPr/>
          <p:nvPr userDrawn="1"/>
        </p:nvSpPr>
        <p:spPr>
          <a:xfrm>
            <a:off x="-1223129" y="1618862"/>
            <a:ext cx="429313" cy="1410944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Rectangle 36">
            <a:extLst>
              <a:ext uri="{FF2B5EF4-FFF2-40B4-BE49-F238E27FC236}">
                <a16:creationId xmlns:a16="http://schemas.microsoft.com/office/drawing/2014/main" id="{A8D81C01-D2DA-BA48-A156-2F40C13203E6}"/>
              </a:ext>
            </a:extLst>
          </p:cNvPr>
          <p:cNvSpPr/>
          <p:nvPr userDrawn="1"/>
        </p:nvSpPr>
        <p:spPr>
          <a:xfrm>
            <a:off x="-1232654" y="3105991"/>
            <a:ext cx="429313" cy="1372056"/>
          </a:xfrm>
          <a:prstGeom prst="rect">
            <a:avLst/>
          </a:prstGeom>
          <a:solidFill>
            <a:srgbClr val="0058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Rectangle 41">
            <a:extLst>
              <a:ext uri="{FF2B5EF4-FFF2-40B4-BE49-F238E27FC236}">
                <a16:creationId xmlns:a16="http://schemas.microsoft.com/office/drawing/2014/main" id="{74904346-2C0C-9E41-B4BE-953E281C90BF}"/>
              </a:ext>
            </a:extLst>
          </p:cNvPr>
          <p:cNvSpPr/>
          <p:nvPr userDrawn="1"/>
        </p:nvSpPr>
        <p:spPr>
          <a:xfrm>
            <a:off x="-680456" y="2613312"/>
            <a:ext cx="433494" cy="406562"/>
          </a:xfrm>
          <a:prstGeom prst="rect">
            <a:avLst/>
          </a:prstGeom>
          <a:solidFill>
            <a:srgbClr val="66CEF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Rectangle 48">
            <a:extLst>
              <a:ext uri="{FF2B5EF4-FFF2-40B4-BE49-F238E27FC236}">
                <a16:creationId xmlns:a16="http://schemas.microsoft.com/office/drawing/2014/main" id="{AC7B0741-F546-0F42-99AB-75D2DC44F07C}"/>
              </a:ext>
            </a:extLst>
          </p:cNvPr>
          <p:cNvSpPr/>
          <p:nvPr userDrawn="1"/>
        </p:nvSpPr>
        <p:spPr>
          <a:xfrm>
            <a:off x="-680456" y="1618862"/>
            <a:ext cx="433494" cy="406562"/>
          </a:xfrm>
          <a:prstGeom prst="rect">
            <a:avLst/>
          </a:prstGeom>
          <a:solidFill>
            <a:srgbClr val="66CEF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Rectangle 49">
            <a:extLst>
              <a:ext uri="{FF2B5EF4-FFF2-40B4-BE49-F238E27FC236}">
                <a16:creationId xmlns:a16="http://schemas.microsoft.com/office/drawing/2014/main" id="{E3D93425-2BCF-7B4D-9762-264D7756812B}"/>
              </a:ext>
            </a:extLst>
          </p:cNvPr>
          <p:cNvSpPr/>
          <p:nvPr userDrawn="1"/>
        </p:nvSpPr>
        <p:spPr>
          <a:xfrm>
            <a:off x="-680456" y="2101609"/>
            <a:ext cx="433494" cy="434683"/>
          </a:xfrm>
          <a:prstGeom prst="rect">
            <a:avLst/>
          </a:prstGeom>
          <a:solidFill>
            <a:srgbClr val="66CEF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9F4B16F5-5E56-DD4B-AB9F-3ACE19E116C8}"/>
              </a:ext>
            </a:extLst>
          </p:cNvPr>
          <p:cNvSpPr/>
          <p:nvPr userDrawn="1"/>
        </p:nvSpPr>
        <p:spPr>
          <a:xfrm>
            <a:off x="-683472" y="4071485"/>
            <a:ext cx="433494" cy="406562"/>
          </a:xfrm>
          <a:prstGeom prst="rect">
            <a:avLst/>
          </a:prstGeom>
          <a:solidFill>
            <a:srgbClr val="0058A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51">
            <a:extLst>
              <a:ext uri="{FF2B5EF4-FFF2-40B4-BE49-F238E27FC236}">
                <a16:creationId xmlns:a16="http://schemas.microsoft.com/office/drawing/2014/main" id="{05C90F67-9FE0-6D45-917E-B5D7B29BBE11}"/>
              </a:ext>
            </a:extLst>
          </p:cNvPr>
          <p:cNvSpPr/>
          <p:nvPr userDrawn="1"/>
        </p:nvSpPr>
        <p:spPr>
          <a:xfrm>
            <a:off x="-683472" y="3105991"/>
            <a:ext cx="433494" cy="406562"/>
          </a:xfrm>
          <a:prstGeom prst="rect">
            <a:avLst/>
          </a:prstGeom>
          <a:solidFill>
            <a:srgbClr val="0058A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52">
            <a:extLst>
              <a:ext uri="{FF2B5EF4-FFF2-40B4-BE49-F238E27FC236}">
                <a16:creationId xmlns:a16="http://schemas.microsoft.com/office/drawing/2014/main" id="{8BB8D423-1CA3-D541-83F6-532A0434C8D2}"/>
              </a:ext>
            </a:extLst>
          </p:cNvPr>
          <p:cNvSpPr/>
          <p:nvPr userDrawn="1"/>
        </p:nvSpPr>
        <p:spPr>
          <a:xfrm>
            <a:off x="-683472" y="3588738"/>
            <a:ext cx="433494" cy="406562"/>
          </a:xfrm>
          <a:prstGeom prst="rect">
            <a:avLst/>
          </a:prstGeom>
          <a:solidFill>
            <a:srgbClr val="0058A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Rectangle 38">
            <a:extLst>
              <a:ext uri="{FF2B5EF4-FFF2-40B4-BE49-F238E27FC236}">
                <a16:creationId xmlns:a16="http://schemas.microsoft.com/office/drawing/2014/main" id="{7A80B5B9-591C-C548-9735-58F9EBADAA90}"/>
              </a:ext>
            </a:extLst>
          </p:cNvPr>
          <p:cNvSpPr/>
          <p:nvPr userDrawn="1"/>
        </p:nvSpPr>
        <p:spPr>
          <a:xfrm>
            <a:off x="-1223128" y="5387054"/>
            <a:ext cx="971284" cy="317598"/>
          </a:xfrm>
          <a:prstGeom prst="rect">
            <a:avLst/>
          </a:prstGeom>
          <a:solidFill>
            <a:srgbClr val="2095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Rectangle 39">
            <a:extLst>
              <a:ext uri="{FF2B5EF4-FFF2-40B4-BE49-F238E27FC236}">
                <a16:creationId xmlns:a16="http://schemas.microsoft.com/office/drawing/2014/main" id="{EF64E4A9-322E-3F44-83D7-5898DDCF4843}"/>
              </a:ext>
            </a:extLst>
          </p:cNvPr>
          <p:cNvSpPr/>
          <p:nvPr userDrawn="1"/>
        </p:nvSpPr>
        <p:spPr>
          <a:xfrm>
            <a:off x="-1218245" y="4564164"/>
            <a:ext cx="971284" cy="317598"/>
          </a:xfrm>
          <a:prstGeom prst="rect">
            <a:avLst/>
          </a:prstGeom>
          <a:solidFill>
            <a:srgbClr val="DBE0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527C88CA-FD9D-DE4A-8B91-9C9A96B1C178}"/>
              </a:ext>
            </a:extLst>
          </p:cNvPr>
          <p:cNvSpPr/>
          <p:nvPr userDrawn="1"/>
        </p:nvSpPr>
        <p:spPr>
          <a:xfrm>
            <a:off x="-1223128" y="4968706"/>
            <a:ext cx="971284" cy="339565"/>
          </a:xfrm>
          <a:prstGeom prst="rect">
            <a:avLst/>
          </a:prstGeom>
          <a:solidFill>
            <a:srgbClr val="9326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42">
            <a:extLst>
              <a:ext uri="{FF2B5EF4-FFF2-40B4-BE49-F238E27FC236}">
                <a16:creationId xmlns:a16="http://schemas.microsoft.com/office/drawing/2014/main" id="{8E36CB0D-A61E-FF44-A8D7-A75431F0F502}"/>
              </a:ext>
            </a:extLst>
          </p:cNvPr>
          <p:cNvSpPr/>
          <p:nvPr userDrawn="1"/>
        </p:nvSpPr>
        <p:spPr>
          <a:xfrm>
            <a:off x="-1223129" y="6202532"/>
            <a:ext cx="971284" cy="331508"/>
          </a:xfrm>
          <a:prstGeom prst="rect">
            <a:avLst/>
          </a:prstGeom>
          <a:solidFill>
            <a:srgbClr val="E6BA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43">
            <a:extLst>
              <a:ext uri="{FF2B5EF4-FFF2-40B4-BE49-F238E27FC236}">
                <a16:creationId xmlns:a16="http://schemas.microsoft.com/office/drawing/2014/main" id="{5599E8A9-52F6-2C4B-B865-ECCDC97AF81E}"/>
              </a:ext>
            </a:extLst>
          </p:cNvPr>
          <p:cNvSpPr/>
          <p:nvPr userDrawn="1"/>
        </p:nvSpPr>
        <p:spPr>
          <a:xfrm>
            <a:off x="-1223129" y="5798493"/>
            <a:ext cx="971284" cy="316119"/>
          </a:xfrm>
          <a:prstGeom prst="rect">
            <a:avLst/>
          </a:prstGeom>
          <a:solidFill>
            <a:srgbClr val="EC7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7C81B957-9597-7440-88FF-E233B551C657}"/>
              </a:ext>
            </a:extLst>
          </p:cNvPr>
          <p:cNvSpPr/>
          <p:nvPr userDrawn="1"/>
        </p:nvSpPr>
        <p:spPr>
          <a:xfrm>
            <a:off x="521356" y="4958294"/>
            <a:ext cx="3719796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265"/>
              </a:spcBef>
            </a:pPr>
            <a:r>
              <a:rPr lang="en-US" sz="1400" b="1" i="0" u="none" dirty="0">
                <a:solidFill>
                  <a:srgbClr val="0058A6"/>
                </a:solidFill>
                <a:latin typeface="Century Gothic" panose="020B0502020202020204" pitchFamily="34" charset="0"/>
                <a:cs typeface="Trebuchet MS"/>
              </a:rPr>
              <a:t>TM</a:t>
            </a:r>
            <a:r>
              <a:rPr lang="ru-RU" sz="1400" b="1" i="0" u="none" dirty="0">
                <a:solidFill>
                  <a:srgbClr val="0058A6"/>
                </a:solidFill>
                <a:latin typeface="Century Gothic" panose="020B0502020202020204" pitchFamily="34" charset="0"/>
                <a:cs typeface="Trebuchet MS"/>
              </a:rPr>
              <a:t>Х</a:t>
            </a:r>
            <a:endParaRPr lang="en-US" sz="1400" b="1" i="0" u="none" dirty="0">
              <a:solidFill>
                <a:srgbClr val="0058A6"/>
              </a:solidFill>
              <a:latin typeface="Century Gothic" panose="020B0502020202020204" pitchFamily="34" charset="0"/>
              <a:cs typeface="Trebuchet MS"/>
            </a:endParaRPr>
          </a:p>
          <a:p>
            <a:pPr marL="12700">
              <a:spcBef>
                <a:spcPts val="120"/>
              </a:spcBef>
            </a:pPr>
            <a:endParaRPr lang="en-US" sz="1200" i="0" u="none" dirty="0">
              <a:solidFill>
                <a:schemeClr val="bg1"/>
              </a:solidFill>
              <a:latin typeface="Century Gothic" panose="020B0502020202020204" pitchFamily="34" charset="0"/>
              <a:cs typeface="Trebuchet MS"/>
            </a:endParaRPr>
          </a:p>
          <a:p>
            <a:pPr marL="12700">
              <a:spcBef>
                <a:spcPts val="120"/>
              </a:spcBef>
            </a:pPr>
            <a:r>
              <a:rPr lang="en-US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119048</a:t>
            </a:r>
            <a:r>
              <a:rPr lang="ru-RU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,</a:t>
            </a:r>
            <a:r>
              <a:rPr lang="en-US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 </a:t>
            </a:r>
            <a:r>
              <a:rPr lang="ru-RU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Россия</a:t>
            </a:r>
            <a:r>
              <a:rPr lang="en-US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, </a:t>
            </a:r>
            <a:r>
              <a:rPr lang="ru-RU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Москва</a:t>
            </a:r>
            <a:r>
              <a:rPr lang="en-US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, </a:t>
            </a:r>
            <a:r>
              <a:rPr lang="ru-RU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ул. Ефремова, д</a:t>
            </a:r>
            <a:r>
              <a:rPr lang="en-US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. 10</a:t>
            </a:r>
          </a:p>
          <a:p>
            <a:pPr marL="12700">
              <a:spcBef>
                <a:spcPts val="204"/>
              </a:spcBef>
            </a:pPr>
            <a:r>
              <a:rPr lang="ru-RU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Телефон</a:t>
            </a:r>
            <a:r>
              <a:rPr lang="en-US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: +7 495 660 89 50</a:t>
            </a:r>
          </a:p>
          <a:p>
            <a:pPr marL="12700">
              <a:spcBef>
                <a:spcPts val="95"/>
              </a:spcBef>
            </a:pPr>
            <a:r>
              <a:rPr lang="ru-RU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Факс: </a:t>
            </a:r>
            <a:r>
              <a:rPr lang="en-US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+7 495 744 70 94</a:t>
            </a:r>
          </a:p>
          <a:p>
            <a:pPr marL="12700"/>
            <a:r>
              <a:rPr lang="en-US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Trebuchet MS"/>
              </a:rPr>
              <a:t>e-mail: </a:t>
            </a:r>
            <a:r>
              <a:rPr lang="en-US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cs typeface="Trebuchet MS"/>
              </a:rPr>
              <a:t>info@tmholding.ru</a:t>
            </a:r>
            <a:endParaRPr lang="en-US" sz="1200" i="0" u="none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cs typeface="Trebuchet MS"/>
            </a:endParaRPr>
          </a:p>
          <a:p>
            <a:pPr marL="12700">
              <a:spcBef>
                <a:spcPts val="120"/>
              </a:spcBef>
            </a:pPr>
            <a:r>
              <a:rPr lang="en-US" sz="1200" i="0" u="none" dirty="0">
                <a:solidFill>
                  <a:schemeClr val="tx1">
                    <a:lumMod val="75000"/>
                    <a:lumOff val="25000"/>
                  </a:schemeClr>
                </a:solidFill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cs typeface="Trebuchet MS"/>
              </a:rPr>
              <a:t>www.tmholding.ru</a:t>
            </a:r>
            <a:endParaRPr lang="en-US" sz="1200" i="0" u="none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6531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e_shape">
            <a:extLst>
              <a:ext uri="{FF2B5EF4-FFF2-40B4-BE49-F238E27FC236}">
                <a16:creationId xmlns:a16="http://schemas.microsoft.com/office/drawing/2014/main" id="{78E46D85-3389-5640-8151-53FDAF354E95}"/>
              </a:ext>
            </a:extLst>
          </p:cNvPr>
          <p:cNvSpPr/>
          <p:nvPr userDrawn="1"/>
        </p:nvSpPr>
        <p:spPr>
          <a:xfrm>
            <a:off x="0" y="0"/>
            <a:ext cx="144855" cy="6858000"/>
          </a:xfrm>
          <a:prstGeom prst="rect">
            <a:avLst/>
          </a:prstGeom>
          <a:solidFill>
            <a:srgbClr val="66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92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50" r:id="rId3"/>
    <p:sldLayoutId id="2147483668" r:id="rId4"/>
    <p:sldLayoutId id="2147483670" r:id="rId5"/>
    <p:sldLayoutId id="2147483671" r:id="rId6"/>
    <p:sldLayoutId id="2147483673" r:id="rId7"/>
    <p:sldLayoutId id="2147483679" r:id="rId8"/>
    <p:sldLayoutId id="2147483674" r:id="rId9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97" y="0"/>
            <a:ext cx="12062791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39689" y="2284058"/>
            <a:ext cx="1122459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ИИ-ассистент технической </a:t>
            </a:r>
            <a:r>
              <a:rPr lang="ru-RU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поддержки</a:t>
            </a:r>
            <a:endParaRPr lang="ru-RU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Дипломный </a:t>
            </a: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курса </a:t>
            </a:r>
            <a:r>
              <a:rPr lang="ru-RU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«</a:t>
            </a: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ИИ-разработчик: от </a:t>
            </a:r>
            <a:r>
              <a:rPr lang="ru-RU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API </a:t>
            </a: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 агентов»</a:t>
            </a:r>
          </a:p>
          <a:p>
            <a:endParaRPr lang="ru-RU" sz="3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Автор</a:t>
            </a: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Даниленко С. С.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11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6957" y="207803"/>
            <a:ext cx="7805286" cy="722530"/>
          </a:xfrm>
        </p:spPr>
        <p:txBody>
          <a:bodyPr/>
          <a:lstStyle/>
          <a:p>
            <a:r>
              <a:rPr lang="ru-RU" b="1" dirty="0"/>
              <a:t>Задача и пользователь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26957" y="930333"/>
            <a:ext cx="105589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сотрудники АО «УК «БМЗ» (первая линия УИТ, технические специалисты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Домены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1С:ERP,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1С:ЗУП, Сети,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КСЭД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закрывает система: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Ответы на типовые вопросы по корпоративным ИТ-системам</a:t>
            </a:r>
          </a:p>
          <a:p>
            <a:pPr lvl="1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эскалация сложных вопросов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HelpDesk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Отправка ответа/заявки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подтверждением пользователя</a:t>
            </a:r>
          </a:p>
          <a:p>
            <a:pPr>
              <a:lnSpc>
                <a:spcPct val="150000"/>
              </a:lnSpc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29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7552" y="259220"/>
            <a:ext cx="7805286" cy="722530"/>
          </a:xfrm>
        </p:spPr>
        <p:txBody>
          <a:bodyPr/>
          <a:lstStyle/>
          <a:p>
            <a:r>
              <a:rPr lang="ru-RU" b="1" dirty="0"/>
              <a:t>Почему здесь нужен 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7552" y="981750"/>
            <a:ext cx="1047524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обычного поиска: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поиск не работает на смысловых запросах («Как получить доступ к 1С?»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«Инструкция по оформлению заявки»)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FAQ-страница не отвечает на составные вопросы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 не знает 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каком документе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искать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даёт RAG-подход: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Понимает смысл запроса через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эмбеддинги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Находит 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фрагменты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в 70+ документах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Генерирует ответ с 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прямыми ссылками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на источники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65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9987" y="220033"/>
            <a:ext cx="7805286" cy="722530"/>
          </a:xfrm>
        </p:spPr>
        <p:txBody>
          <a:bodyPr/>
          <a:lstStyle/>
          <a:p>
            <a:r>
              <a:rPr lang="ru-RU" b="1" dirty="0"/>
              <a:t>База знаний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6389" y="942563"/>
            <a:ext cx="106201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71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из корпоративной базы знаний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Форматы: PDF, DOCX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646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чанков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 векторной базе Qdrant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Средний размер документа: 20–50 страниц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Категории: 1С:ERP,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Сети,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HelpDesk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КСЭД,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КСМПП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именно эти документы: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Реальные инструкции и регламенты, которыми пользуется УИТ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Охватывают 90% типовых обращений</a:t>
            </a:r>
          </a:p>
        </p:txBody>
      </p:sp>
    </p:spTree>
    <p:extLst>
      <p:ext uri="{BB962C8B-B14F-4D97-AF65-F5344CB8AC3E}">
        <p14:creationId xmlns:p14="http://schemas.microsoft.com/office/powerpoint/2010/main" val="281299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540" y="259306"/>
            <a:ext cx="3148965" cy="40290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455" y="143560"/>
            <a:ext cx="7805286" cy="722530"/>
          </a:xfrm>
        </p:spPr>
        <p:txBody>
          <a:bodyPr/>
          <a:lstStyle/>
          <a:p>
            <a:r>
              <a:rPr lang="ru-RU" b="1" dirty="0"/>
              <a:t>Архитектура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42219" y="353418"/>
            <a:ext cx="6096000" cy="63659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dirty="0">
                <a:solidFill>
                  <a:srgbClr val="FFFF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000" dirty="0">
                <a:solidFill>
                  <a:srgbClr val="FFFF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                     Пользователь                    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                     </a:t>
            </a:r>
            <a:r>
              <a:rPr lang="ru-RU" sz="1000" dirty="0" smtClean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Пользователь				</a:t>
            </a: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000" dirty="0" smtClean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│ └─────────────────────┬───────────────────────────────────────────┘</a:t>
            </a: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 smtClean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┌─────────────────────▼──────────────────────────────────────────┐</a:t>
            </a: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              Telegram-бот (aiogram)                 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            - обработка сообщений / команд           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            - инлайн-клавиатуры / FSM                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└─────────────────────┬───────────────────────────────────────────┘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 smtClean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┌─────────────────────▼──────────────────────────────────────────┐</a:t>
            </a: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                 FastAPI-сервис (app)                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┌───────────────────────────────────────────────────────────┐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│                     API-маршруты                          │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│  /chat  /agent  /rag  /media  /documents  /health  /admin │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└───────────────────────────────────────────────────────────┘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┌───────────────────────────────────────────────────────────┐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│              Агентный слой (LangGraph)                    │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│  - один агент с инструментами                             │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│  - персистентность чекпоинтов (SQLite / Postgres)         │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│  - трейсинг (Phoenix)                                     │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└───────────────────────────────────────────────────────────┘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┌───────────────────────────────────────────────────────────┐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│              RAG-сервис (LlamaIndex)                      │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│  - индексация документов                                  │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│  - поиск по векторной базе (Qdrant)                       │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│  - генерация ответа по контексту                          │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└───────────────────────────────────────────────────────────┘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└─────────────────────┬───────────────────────────────────────────┘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 smtClean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┌─────────────────────▼──────────────────────────────────────────┐</a:t>
            </a: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                  Векторная база (Qdrant)            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            - коллекция документов предметной области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              - embedding: BAAI/bge-m3 (1024)                    │</a:t>
            </a:r>
            <a:b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437" y="1534073"/>
            <a:ext cx="4186103" cy="518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91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5913" y="167219"/>
            <a:ext cx="7805286" cy="722530"/>
          </a:xfrm>
        </p:spPr>
        <p:txBody>
          <a:bodyPr/>
          <a:lstStyle/>
          <a:p>
            <a:r>
              <a:rPr lang="ru-RU" b="1" dirty="0"/>
              <a:t>Выбор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2116" y="776748"/>
            <a:ext cx="1045169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/>
              <a:t>Параметр - Значение</a:t>
            </a:r>
            <a:endParaRPr lang="ru-RU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Модель     -  </a:t>
            </a:r>
            <a:r>
              <a:rPr lang="en-US" dirty="0" err="1" smtClean="0"/>
              <a:t>frob</a:t>
            </a:r>
            <a:r>
              <a:rPr lang="en-US" dirty="0" smtClean="0"/>
              <a:t>/qwen3.5-instruct:4b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Хост	</a:t>
            </a:r>
            <a:r>
              <a:rPr lang="ru-RU" dirty="0" smtClean="0"/>
              <a:t>        -  </a:t>
            </a:r>
            <a:r>
              <a:rPr lang="en-US" dirty="0" err="1" smtClean="0"/>
              <a:t>Ollama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ru-RU" dirty="0"/>
              <a:t>локально)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GPU	</a:t>
            </a:r>
            <a:r>
              <a:rPr lang="ru-RU" dirty="0" smtClean="0"/>
              <a:t>        - </a:t>
            </a:r>
            <a:r>
              <a:rPr lang="en-US" dirty="0" smtClean="0"/>
              <a:t>RTX </a:t>
            </a:r>
            <a:r>
              <a:rPr lang="en-US" dirty="0"/>
              <a:t>5070, 12 </a:t>
            </a:r>
            <a:r>
              <a:rPr lang="ru-RU" dirty="0"/>
              <a:t>ГБ </a:t>
            </a:r>
            <a:r>
              <a:rPr lang="en-US" dirty="0"/>
              <a:t>VRAM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VRAM </a:t>
            </a:r>
            <a:r>
              <a:rPr lang="ru-RU" dirty="0"/>
              <a:t>модели	~3 ГБ (влезает с запасом)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Latency	~2–5 </a:t>
            </a:r>
            <a:r>
              <a:rPr lang="ru-RU" dirty="0"/>
              <a:t>сек на </a:t>
            </a:r>
            <a:r>
              <a:rPr lang="ru-RU" dirty="0" smtClean="0"/>
              <a:t>ответ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Почему локально: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On-premise </a:t>
            </a:r>
            <a:r>
              <a:rPr lang="en-US" dirty="0"/>
              <a:t>— </a:t>
            </a:r>
            <a:r>
              <a:rPr lang="ru-RU" dirty="0"/>
              <a:t>данные не покидают контур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Нет </a:t>
            </a:r>
            <a:r>
              <a:rPr lang="ru-RU" dirty="0"/>
              <a:t>затрат на </a:t>
            </a:r>
            <a:r>
              <a:rPr lang="en-US" dirty="0"/>
              <a:t>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 </a:t>
            </a:r>
            <a:r>
              <a:rPr lang="ru-RU" dirty="0"/>
              <a:t>Работает без </a:t>
            </a:r>
            <a:r>
              <a:rPr lang="ru-RU" dirty="0" smtClean="0"/>
              <a:t>интернета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Требование службы безопасности организации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 smtClean="0"/>
              <a:t>❌ </a:t>
            </a:r>
            <a:r>
              <a:rPr lang="ru-RU" dirty="0"/>
              <a:t>Ограничение 4</a:t>
            </a:r>
            <a:r>
              <a:rPr lang="en-US" dirty="0"/>
              <a:t>B-</a:t>
            </a:r>
            <a:r>
              <a:rPr lang="ru-RU" dirty="0"/>
              <a:t>модели: слабее на сложных многошаговых запросах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Альтернативы</a:t>
            </a:r>
            <a:r>
              <a:rPr lang="ru-RU" dirty="0"/>
              <a:t>: </a:t>
            </a:r>
            <a:r>
              <a:rPr lang="en-US" dirty="0"/>
              <a:t>GPT-4o-mini, </a:t>
            </a:r>
            <a:r>
              <a:rPr lang="en-US" dirty="0" err="1"/>
              <a:t>GigaChat</a:t>
            </a:r>
            <a:r>
              <a:rPr lang="en-US" dirty="0"/>
              <a:t>, </a:t>
            </a:r>
            <a:r>
              <a:rPr lang="en-US" dirty="0" err="1"/>
              <a:t>YandexGPT</a:t>
            </a:r>
            <a:r>
              <a:rPr lang="en-US" dirty="0"/>
              <a:t> — </a:t>
            </a:r>
            <a:r>
              <a:rPr lang="ru-RU" dirty="0"/>
              <a:t>отклонены по требованию </a:t>
            </a:r>
            <a:r>
              <a:rPr lang="en-US" dirty="0" err="1"/>
              <a:t>on-premise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78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7087" y="167219"/>
            <a:ext cx="7805286" cy="722530"/>
          </a:xfrm>
        </p:spPr>
        <p:txBody>
          <a:bodyPr/>
          <a:lstStyle/>
          <a:p>
            <a:r>
              <a:rPr lang="ru-RU" b="1" dirty="0"/>
              <a:t>Хранение и поиск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071715" y="797962"/>
            <a:ext cx="1063850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/>
              <a:t>Основные параметры: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Векторная </a:t>
            </a:r>
            <a:r>
              <a:rPr lang="ru-RU" dirty="0"/>
              <a:t>БД: </a:t>
            </a:r>
            <a:r>
              <a:rPr lang="en-US" dirty="0" err="1" smtClean="0"/>
              <a:t>Qdrant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Модель </a:t>
            </a:r>
            <a:r>
              <a:rPr lang="ru-RU" dirty="0" err="1"/>
              <a:t>эмбеддингов</a:t>
            </a:r>
            <a:r>
              <a:rPr lang="ru-RU" dirty="0"/>
              <a:t>: </a:t>
            </a:r>
            <a:r>
              <a:rPr lang="en-US" dirty="0"/>
              <a:t>BAAI/bge-m3 (1024 dim, </a:t>
            </a:r>
            <a:r>
              <a:rPr lang="ru-RU" dirty="0" err="1"/>
              <a:t>мультиязычная</a:t>
            </a:r>
            <a:r>
              <a:rPr lang="ru-RU" dirty="0" smtClean="0"/>
              <a:t>)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Чанкинг</a:t>
            </a:r>
            <a:r>
              <a:rPr lang="ru-RU" dirty="0"/>
              <a:t>: </a:t>
            </a:r>
            <a:r>
              <a:rPr lang="en-US" dirty="0"/>
              <a:t>size=512, </a:t>
            </a:r>
            <a:r>
              <a:rPr lang="en-US" dirty="0" smtClean="0"/>
              <a:t>overlap=64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Метрика: </a:t>
            </a:r>
            <a:r>
              <a:rPr lang="en-US" dirty="0"/>
              <a:t>COSINE (</a:t>
            </a:r>
            <a:r>
              <a:rPr lang="ru-RU" dirty="0"/>
              <a:t>эквивалентна </a:t>
            </a:r>
            <a:r>
              <a:rPr lang="en-US" dirty="0"/>
              <a:t>DOT </a:t>
            </a:r>
            <a:r>
              <a:rPr lang="ru-RU" dirty="0"/>
              <a:t>для </a:t>
            </a:r>
            <a:r>
              <a:rPr lang="en-US" dirty="0"/>
              <a:t>L2-</a:t>
            </a:r>
            <a:r>
              <a:rPr lang="ru-RU" dirty="0"/>
              <a:t>норм. </a:t>
            </a:r>
            <a:r>
              <a:rPr lang="en-US" dirty="0"/>
              <a:t>BGE-M3 — </a:t>
            </a:r>
            <a:r>
              <a:rPr lang="ru-RU" dirty="0"/>
              <a:t>проверено экспериментом 5/5</a:t>
            </a:r>
            <a:r>
              <a:rPr lang="ru-RU" dirty="0" smtClean="0"/>
              <a:t>)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Порог релевантности: </a:t>
            </a:r>
            <a:r>
              <a:rPr lang="en-US" dirty="0" smtClean="0"/>
              <a:t>RAG_SCORE_THRESHOLD=0.62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b="1" dirty="0"/>
              <a:t>Почему 512/64</a:t>
            </a:r>
            <a:r>
              <a:rPr lang="ru-RU" b="1" dirty="0" smtClean="0"/>
              <a:t>: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512 </a:t>
            </a:r>
            <a:r>
              <a:rPr lang="ru-RU" dirty="0" err="1"/>
              <a:t>токенов</a:t>
            </a:r>
            <a:r>
              <a:rPr lang="ru-RU" dirty="0"/>
              <a:t> — оптимально для технических </a:t>
            </a:r>
            <a:r>
              <a:rPr lang="ru-RU" dirty="0" smtClean="0"/>
              <a:t>инструкций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Не рвёт смысл, влезает в контекст </a:t>
            </a:r>
            <a:r>
              <a:rPr lang="en-US" dirty="0" smtClean="0"/>
              <a:t>LLM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64 </a:t>
            </a:r>
            <a:r>
              <a:rPr lang="ru-RU" dirty="0" err="1"/>
              <a:t>токена</a:t>
            </a:r>
            <a:r>
              <a:rPr lang="ru-RU" dirty="0"/>
              <a:t> перекрытия — сохраняет связность</a:t>
            </a:r>
          </a:p>
        </p:txBody>
      </p:sp>
    </p:spTree>
    <p:extLst>
      <p:ext uri="{BB962C8B-B14F-4D97-AF65-F5344CB8AC3E}">
        <p14:creationId xmlns:p14="http://schemas.microsoft.com/office/powerpoint/2010/main" val="331819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5913" y="167219"/>
            <a:ext cx="7805286" cy="722530"/>
          </a:xfrm>
        </p:spPr>
        <p:txBody>
          <a:bodyPr/>
          <a:lstStyle/>
          <a:p>
            <a:r>
              <a:rPr lang="ru-RU" b="1" dirty="0"/>
              <a:t>Агентный слой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99768" y="748801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/>
              <a:t>Один </a:t>
            </a:r>
            <a:r>
              <a:rPr lang="ru-RU" b="1" dirty="0"/>
              <a:t>агент с инструментами (LangGraph</a:t>
            </a:r>
            <a:r>
              <a:rPr lang="ru-RU" b="1" dirty="0" smtClean="0"/>
              <a:t>):</a:t>
            </a:r>
            <a:endParaRPr lang="ru-RU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search_knowledge_base — поиск по RAG-базе (безопасный</a:t>
            </a:r>
            <a:r>
              <a:rPr lang="ru-RU" dirty="0" smtClean="0"/>
              <a:t>)</a:t>
            </a:r>
            <a:endParaRPr lang="ru-RU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send_email — отправка письма (требует подтверждения, HIL</a:t>
            </a:r>
            <a:r>
              <a:rPr lang="ru-RU" dirty="0" smtClean="0"/>
              <a:t>)</a:t>
            </a:r>
            <a:endParaRPr lang="ru-RU" b="1" dirty="0"/>
          </a:p>
          <a:p>
            <a:pPr>
              <a:lnSpc>
                <a:spcPct val="150000"/>
              </a:lnSpc>
            </a:pPr>
            <a:r>
              <a:rPr lang="ru-RU" b="1" dirty="0"/>
              <a:t>HIL — Human-in-the-loop</a:t>
            </a:r>
            <a:r>
              <a:rPr lang="ru-RU" b="1" dirty="0" smtClean="0"/>
              <a:t>:</a:t>
            </a:r>
            <a:endParaRPr lang="ru-RU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Агент готовит draft </a:t>
            </a:r>
            <a:r>
              <a:rPr lang="ru-RU" dirty="0" smtClean="0"/>
              <a:t>письма</a:t>
            </a:r>
            <a:endParaRPr lang="ru-RU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Граф приостанавливается (interrupt</a:t>
            </a:r>
            <a:r>
              <a:rPr lang="ru-RU" dirty="0" smtClean="0"/>
              <a:t>)</a:t>
            </a:r>
            <a:endParaRPr lang="ru-RU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Пользователь видит inline-кнопки «Отправить / Отмена</a:t>
            </a:r>
            <a:r>
              <a:rPr lang="ru-RU" dirty="0" smtClean="0"/>
              <a:t>»</a:t>
            </a:r>
            <a:endParaRPr lang="ru-RU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Реальная отправка — только после </a:t>
            </a:r>
            <a:r>
              <a:rPr lang="ru-RU" dirty="0" smtClean="0"/>
              <a:t>подтверждения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Чекпоинтер — Postgres: состояние переживает рестарт.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864" y="164662"/>
            <a:ext cx="2841125" cy="4011561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4"/>
          <a:stretch>
            <a:fillRect/>
          </a:stretch>
        </p:blipFill>
        <p:spPr>
          <a:xfrm>
            <a:off x="8181199" y="984723"/>
            <a:ext cx="2975191" cy="348646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163"/>
          <a:stretch/>
        </p:blipFill>
        <p:spPr>
          <a:xfrm>
            <a:off x="6738781" y="4566165"/>
            <a:ext cx="4641748" cy="196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8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476922"/>
              </p:ext>
            </p:extLst>
          </p:nvPr>
        </p:nvGraphicFramePr>
        <p:xfrm>
          <a:off x="1314245" y="1496414"/>
          <a:ext cx="8128000" cy="380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8379919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46521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Ситуация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Поведение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07512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Score &lt; 0.62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Код-гард → честный отказ </a:t>
                      </a:r>
                      <a:r>
                        <a:rPr lang="ru-RU" b="1">
                          <a:effectLst/>
                          <a:latin typeface="quote-cjk-patch"/>
                        </a:rPr>
                        <a:t>без вызова LLM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994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Модель недоступна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HTTP 503, повтор через 30 сек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8479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quote-cjk-patch"/>
                        </a:rPr>
                        <a:t>Redis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недоступен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Работает без кеша (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graceful degradation)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470095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Postgres </a:t>
                      </a:r>
                      <a:r>
                        <a:rPr lang="ru-RU" b="0">
                          <a:effectLst/>
                          <a:latin typeface="quote-cjk-patch"/>
                        </a:rPr>
                        <a:t>недоступен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Чекпоинты в памяти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5443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Ошибка трейсинга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Не роняет приложение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8410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Таймаут 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LLM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180 сек, 3 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retry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4162124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75913" y="167219"/>
            <a:ext cx="7805286" cy="722530"/>
          </a:xfrm>
        </p:spPr>
        <p:txBody>
          <a:bodyPr/>
          <a:lstStyle/>
          <a:p>
            <a:r>
              <a:rPr lang="ru-RU" b="1" dirty="0"/>
              <a:t> Поведение при сбоях</a:t>
            </a:r>
            <a:br>
              <a:rPr lang="ru-RU" b="1" dirty="0"/>
            </a:b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23841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235" y="236044"/>
            <a:ext cx="7805286" cy="722530"/>
          </a:xfrm>
        </p:spPr>
        <p:txBody>
          <a:bodyPr/>
          <a:lstStyle/>
          <a:p>
            <a:r>
              <a:rPr lang="ru-RU" b="1" dirty="0"/>
              <a:t>Результат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74235" y="736261"/>
            <a:ext cx="8099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Оценка через RAGAS на </a:t>
            </a: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golden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quote-cjk-patch"/>
              </a:rPr>
              <a:t>dataset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 из 15 вопросов: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48433"/>
              </p:ext>
            </p:extLst>
          </p:nvPr>
        </p:nvGraphicFramePr>
        <p:xfrm>
          <a:off x="911123" y="1378427"/>
          <a:ext cx="8128000" cy="4076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707241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7287315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327240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154153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Метрика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1-й запуск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3-й запуск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b="0">
                          <a:effectLst/>
                          <a:latin typeface="quote-cjk-patch"/>
                        </a:rPr>
                        <a:t>Δ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8453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Faithfulness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0.876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0.933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+0.06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28303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Answer Relevancy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0.524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0.638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+0.11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42492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Context Precision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0.734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0.906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+0.17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2841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Context Recall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0.667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0.933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+0.27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171364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Factual Correctness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0.230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0.585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+0.36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0021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Has Citation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—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15/15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36644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69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136" y="266218"/>
            <a:ext cx="7805286" cy="722530"/>
          </a:xfrm>
        </p:spPr>
        <p:txBody>
          <a:bodyPr/>
          <a:lstStyle/>
          <a:p>
            <a:r>
              <a:rPr lang="ru-RU" b="1" dirty="0" smtClean="0"/>
              <a:t>Трейсинг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47" y="810228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1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6416" y="137722"/>
            <a:ext cx="7805286" cy="722530"/>
          </a:xfrm>
        </p:spPr>
        <p:txBody>
          <a:bodyPr/>
          <a:lstStyle/>
          <a:p>
            <a:r>
              <a:rPr lang="ru-RU" b="1" dirty="0"/>
              <a:t>Ограничения и планы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37419" y="498987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Ограничения</a:t>
            </a:r>
            <a:r>
              <a:rPr lang="ru-RU" b="1" dirty="0" smtClean="0"/>
              <a:t>: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4B-модель ограничивает </a:t>
            </a:r>
            <a:r>
              <a:rPr lang="ru-RU" dirty="0" err="1"/>
              <a:t>Factual</a:t>
            </a:r>
            <a:r>
              <a:rPr lang="ru-RU" dirty="0"/>
              <a:t> </a:t>
            </a:r>
            <a:r>
              <a:rPr lang="ru-RU" dirty="0" err="1"/>
              <a:t>Correctness</a:t>
            </a:r>
            <a:r>
              <a:rPr lang="ru-RU" dirty="0"/>
              <a:t> (0.59) и работу со сложными многошаговыми </a:t>
            </a:r>
            <a:r>
              <a:rPr lang="ru-RU" dirty="0" smtClean="0"/>
              <a:t>запросами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Сценарий «отправь ответ на произвольный </a:t>
            </a:r>
            <a:r>
              <a:rPr lang="ru-RU" dirty="0" err="1"/>
              <a:t>email</a:t>
            </a:r>
            <a:r>
              <a:rPr lang="ru-RU" dirty="0"/>
              <a:t>» работает </a:t>
            </a:r>
            <a:r>
              <a:rPr lang="ru-RU" dirty="0" smtClean="0"/>
              <a:t>нестабильно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Нет интеграции с 1С</a:t>
            </a:r>
            <a:r>
              <a:rPr lang="ru-RU" dirty="0" smtClean="0"/>
              <a:t>:</a:t>
            </a:r>
            <a:r>
              <a:rPr lang="en-US" dirty="0"/>
              <a:t> </a:t>
            </a:r>
            <a:r>
              <a:rPr lang="en-US" dirty="0" err="1"/>
              <a:t>Itilium</a:t>
            </a:r>
            <a:r>
              <a:rPr lang="ru-RU" dirty="0" smtClean="0"/>
              <a:t> </a:t>
            </a:r>
            <a:r>
              <a:rPr lang="ru-RU" dirty="0"/>
              <a:t>напрямую (только через </a:t>
            </a:r>
            <a:r>
              <a:rPr lang="ru-RU" dirty="0" smtClean="0"/>
              <a:t>почту</a:t>
            </a:r>
            <a:r>
              <a:rPr lang="ru-RU" dirty="0" smtClean="0"/>
              <a:t>)</a:t>
            </a:r>
            <a:endParaRPr lang="ru-RU" dirty="0"/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План развития</a:t>
            </a:r>
            <a:r>
              <a:rPr lang="ru-RU" b="1" dirty="0" smtClean="0"/>
              <a:t>:</a:t>
            </a:r>
            <a:endParaRPr lang="ru-RU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Переход на 7B–14B модель при апгрейде </a:t>
            </a:r>
            <a:r>
              <a:rPr lang="ru-RU" dirty="0" smtClean="0"/>
              <a:t>GPU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Интеграция с </a:t>
            </a:r>
            <a:r>
              <a:rPr lang="ru-RU" dirty="0" smtClean="0"/>
              <a:t>1С:</a:t>
            </a:r>
            <a:r>
              <a:rPr lang="en-US" dirty="0" err="1" smtClean="0"/>
              <a:t>Itilium</a:t>
            </a:r>
            <a:r>
              <a:rPr lang="ru-RU" dirty="0" smtClean="0"/>
              <a:t> </a:t>
            </a:r>
            <a:r>
              <a:rPr lang="ru-RU" dirty="0"/>
              <a:t>через </a:t>
            </a:r>
            <a:r>
              <a:rPr lang="ru-RU" dirty="0" smtClean="0"/>
              <a:t>REST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Интеграция с мессенджером </a:t>
            </a:r>
            <a:r>
              <a:rPr lang="en-US" dirty="0" smtClean="0"/>
              <a:t>Express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Расширение </a:t>
            </a:r>
            <a:r>
              <a:rPr lang="ru-RU" dirty="0" err="1"/>
              <a:t>golden</a:t>
            </a:r>
            <a:r>
              <a:rPr lang="ru-RU" dirty="0"/>
              <a:t> </a:t>
            </a:r>
            <a:r>
              <a:rPr lang="ru-RU" dirty="0" err="1"/>
              <a:t>dataset</a:t>
            </a:r>
            <a:r>
              <a:rPr lang="ru-RU" dirty="0"/>
              <a:t> до 50 </a:t>
            </a:r>
            <a:r>
              <a:rPr lang="ru-RU" dirty="0" smtClean="0"/>
              <a:t>вопросов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Гибридный поиск (</a:t>
            </a:r>
            <a:r>
              <a:rPr lang="ru-RU" dirty="0" err="1"/>
              <a:t>dense</a:t>
            </a:r>
            <a:r>
              <a:rPr lang="ru-RU" dirty="0"/>
              <a:t> + BM25)</a:t>
            </a:r>
          </a:p>
        </p:txBody>
      </p:sp>
    </p:spTree>
    <p:extLst>
      <p:ext uri="{BB962C8B-B14F-4D97-AF65-F5344CB8AC3E}">
        <p14:creationId xmlns:p14="http://schemas.microsoft.com/office/powerpoint/2010/main" val="89444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2054" y="3067735"/>
            <a:ext cx="11589945" cy="722530"/>
          </a:xfrm>
        </p:spPr>
        <p:txBody>
          <a:bodyPr/>
          <a:lstStyle/>
          <a:p>
            <a:r>
              <a:rPr lang="ru-RU" sz="4000" b="1" dirty="0"/>
              <a:t>Спасибо за </a:t>
            </a:r>
            <a:r>
              <a:rPr lang="ru-RU" sz="4000" b="1" dirty="0" smtClean="0"/>
              <a:t>внимание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Репозиторий</a:t>
            </a:r>
            <a:r>
              <a:rPr lang="ru-RU" dirty="0"/>
              <a:t>: github.com/</a:t>
            </a:r>
            <a:r>
              <a:rPr lang="ru-RU" dirty="0" err="1"/>
              <a:t>ssdanilenko-glitch</a:t>
            </a:r>
            <a:r>
              <a:rPr lang="ru-RU" dirty="0"/>
              <a:t>/</a:t>
            </a:r>
            <a:r>
              <a:rPr lang="ru-RU" dirty="0" err="1"/>
              <a:t>itassistant_final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Готов ответить на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322815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imdVqy4wEqTRjqmPiy4N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imdVqy4wEqTRjqmPiy4Nw"/>
</p:tagLst>
</file>

<file path=ppt/theme/theme1.xml><?xml version="1.0" encoding="utf-8"?>
<a:theme xmlns:a="http://schemas.openxmlformats.org/drawingml/2006/main" name="TMH_presentation_template">
  <a:themeElements>
    <a:clrScheme name="Другая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3693EEB457212C40B75DA6B8646633F8" ma:contentTypeVersion="1" ma:contentTypeDescription="Создание документа." ma:contentTypeScope="" ma:versionID="f51487ad80298ce25b8962195385d298">
  <xsd:schema xmlns:xsd="http://www.w3.org/2001/XMLSchema" xmlns:xs="http://www.w3.org/2001/XMLSchema" xmlns:p="http://schemas.microsoft.com/office/2006/metadata/properties" xmlns:ns2="f6d190b6-afa7-485d-9d76-0c1d73123788" targetNamespace="http://schemas.microsoft.com/office/2006/metadata/properties" ma:root="true" ma:fieldsID="8710ed043e28161658c480d663946049" ns2:_="">
    <xsd:import namespace="f6d190b6-afa7-485d-9d76-0c1d7312378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d190b6-afa7-485d-9d76-0c1d7312378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037C41-4999-47F0-9F11-2BD35771EB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14DAB7-C347-465C-A7F6-BA9CE4928CD3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f6d190b6-afa7-485d-9d76-0c1d73123788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9D5E564-29AA-48BC-B954-E4D2FE0D35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d190b6-afa7-485d-9d76-0c1d731237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27351</TotalTime>
  <Words>999</Words>
  <Application>Microsoft Office PowerPoint</Application>
  <PresentationFormat>Широкоэкранный</PresentationFormat>
  <Paragraphs>140</Paragraphs>
  <Slides>13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Cambria</vt:lpstr>
      <vt:lpstr>Century Gothic</vt:lpstr>
      <vt:lpstr>Courier New</vt:lpstr>
      <vt:lpstr>Palatino Linotype</vt:lpstr>
      <vt:lpstr>quote-cjk-patch</vt:lpstr>
      <vt:lpstr>Times New Roman</vt:lpstr>
      <vt:lpstr>Trebuchet MS</vt:lpstr>
      <vt:lpstr>TMH_presentation_template</vt:lpstr>
      <vt:lpstr>Презентация PowerPoint</vt:lpstr>
      <vt:lpstr>Задача и пользователь </vt:lpstr>
      <vt:lpstr>Почему здесь нужен ИИ</vt:lpstr>
      <vt:lpstr>База знаний</vt:lpstr>
      <vt:lpstr>Архитектура</vt:lpstr>
      <vt:lpstr>Выбор модели</vt:lpstr>
      <vt:lpstr>Хранение и поиск</vt:lpstr>
      <vt:lpstr>Агентный слой</vt:lpstr>
      <vt:lpstr> Поведение при сбоях </vt:lpstr>
      <vt:lpstr>Результат</vt:lpstr>
      <vt:lpstr>Трейсинг</vt:lpstr>
      <vt:lpstr>Ограничения и планы</vt:lpstr>
      <vt:lpstr>Спасибо за внимание  Репозиторий: github.com/ssdanilenko-glitch/itassistant_final  Готов ответить на вопросы</vt:lpstr>
    </vt:vector>
  </TitlesOfParts>
  <Company>TMH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Тарасов Александр Александрович</dc:creator>
  <cp:lastModifiedBy>User</cp:lastModifiedBy>
  <cp:revision>2530</cp:revision>
  <cp:lastPrinted>2026-06-16T08:42:40Z</cp:lastPrinted>
  <dcterms:created xsi:type="dcterms:W3CDTF">2018-11-20T08:41:54Z</dcterms:created>
  <dcterms:modified xsi:type="dcterms:W3CDTF">2026-09-18T12:46:28Z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0x0101003693EEB457212C40B75DA6B8646633F8</vt:lpwstr>
  </property>
</Properties>
</file>